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83" r:id="rId6"/>
    <p:sldId id="280" r:id="rId7"/>
    <p:sldId id="287" r:id="rId8"/>
    <p:sldId id="285" r:id="rId9"/>
    <p:sldId id="286" r:id="rId10"/>
    <p:sldId id="288" r:id="rId11"/>
    <p:sldId id="289" r:id="rId12"/>
    <p:sldId id="290" r:id="rId13"/>
    <p:sldId id="291" r:id="rId14"/>
    <p:sldId id="292" r:id="rId15"/>
    <p:sldId id="293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262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we2DDD2KuxKGVuxbye1QwWAyS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8AE88E-54CA-4E1E-9EB5-CE40D9B4587B}" v="253" dt="2023-05-04T19:16:18.133"/>
    <p1510:client id="{4988F7FF-F78E-4FE4-9997-03BA6BE93269}" v="1651" dt="2023-05-16T21:00:36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userDrawn="1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9;p5">
            <a:extLst>
              <a:ext uri="{FF2B5EF4-FFF2-40B4-BE49-F238E27FC236}">
                <a16:creationId xmlns:a16="http://schemas.microsoft.com/office/drawing/2014/main" id="{64F8BBC6-D94A-A301-BAA2-BAF08E638B4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preserve="1" userDrawn="1">
  <p:cSld name="1_Em Br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9;p4">
            <a:extLst>
              <a:ext uri="{FF2B5EF4-FFF2-40B4-BE49-F238E27FC236}">
                <a16:creationId xmlns:a16="http://schemas.microsoft.com/office/drawing/2014/main" id="{29FF2C1F-E7DC-623C-1056-946642B33AF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ço Reservado para Imagem 5">
            <a:extLst>
              <a:ext uri="{FF2B5EF4-FFF2-40B4-BE49-F238E27FC236}">
                <a16:creationId xmlns:a16="http://schemas.microsoft.com/office/drawing/2014/main" id="{C0A1F07B-4C7A-C82F-AA1B-AB86088706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5600" y="829967"/>
            <a:ext cx="2804862" cy="268630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4" name="Espaço Reservado para Imagem 5">
            <a:extLst>
              <a:ext uri="{FF2B5EF4-FFF2-40B4-BE49-F238E27FC236}">
                <a16:creationId xmlns:a16="http://schemas.microsoft.com/office/drawing/2014/main" id="{A82A8B5B-BE3B-9B5E-730F-692D7474AA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16062" y="829967"/>
            <a:ext cx="2804862" cy="2686300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488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preserve="1" userDrawn="1">
  <p:cSld name="1_Em Br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9;p4">
            <a:extLst>
              <a:ext uri="{FF2B5EF4-FFF2-40B4-BE49-F238E27FC236}">
                <a16:creationId xmlns:a16="http://schemas.microsoft.com/office/drawing/2014/main" id="{29FF2C1F-E7DC-623C-1056-946642B33AF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ço Reservado para Imagem 5">
            <a:extLst>
              <a:ext uri="{FF2B5EF4-FFF2-40B4-BE49-F238E27FC236}">
                <a16:creationId xmlns:a16="http://schemas.microsoft.com/office/drawing/2014/main" id="{C0A1F07B-4C7A-C82F-AA1B-AB86088706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5600" y="829967"/>
            <a:ext cx="2804862" cy="268630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92711BC7-1400-4B3B-2985-1A332F75A2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05323" y="829967"/>
            <a:ext cx="4283077" cy="2686300"/>
          </a:xfrm>
        </p:spPr>
        <p:txBody>
          <a:bodyPr/>
          <a:lstStyle>
            <a:lvl1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1pPr>
            <a:lvl2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2pPr>
            <a:lvl3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3pPr>
            <a:lvl4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4pPr>
            <a:lvl5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28111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preserve="1" userDrawn="1">
  <p:cSld name="1_Em Br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9;p4">
            <a:extLst>
              <a:ext uri="{FF2B5EF4-FFF2-40B4-BE49-F238E27FC236}">
                <a16:creationId xmlns:a16="http://schemas.microsoft.com/office/drawing/2014/main" id="{29FF2C1F-E7DC-623C-1056-946642B33AF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28FCAB17-6ED8-8910-769A-B39C1F6D53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2362" y="960096"/>
            <a:ext cx="6853237" cy="2767013"/>
          </a:xfrm>
        </p:spPr>
        <p:txBody>
          <a:bodyPr>
            <a:normAutofit/>
          </a:bodyPr>
          <a:lstStyle>
            <a:lvl1pPr marL="457200" indent="-361950">
              <a:buClr>
                <a:srgbClr val="0070C0"/>
              </a:buClr>
              <a:buFont typeface="Wingdings" panose="05000000000000000000" pitchFamily="2" charset="2"/>
              <a:buChar char="§"/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914400" indent="-342900">
              <a:buClr>
                <a:srgbClr val="0070C0"/>
              </a:buClr>
              <a:buFont typeface="Wingdings" panose="05000000000000000000" pitchFamily="2" charset="2"/>
              <a:buChar char="§"/>
              <a:defRPr sz="2000">
                <a:latin typeface="Biome" panose="020B0503030204020804" pitchFamily="34" charset="0"/>
                <a:cs typeface="Biome" panose="020B0503030204020804" pitchFamily="34" charset="0"/>
              </a:defRPr>
            </a:lvl2pPr>
            <a:lvl3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3pPr>
            <a:lvl4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4pPr>
            <a:lvl5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379861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userDrawn="1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p3">
            <a:extLst>
              <a:ext uri="{FF2B5EF4-FFF2-40B4-BE49-F238E27FC236}">
                <a16:creationId xmlns:a16="http://schemas.microsoft.com/office/drawing/2014/main" id="{2BE5A1D0-C958-FDF1-61F0-7ABB64550F0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847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F2EB4B70-3046-A251-8AE3-2B2ED924C9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1099" y="454819"/>
            <a:ext cx="1901825" cy="17367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Imagem 3">
            <a:extLst>
              <a:ext uri="{FF2B5EF4-FFF2-40B4-BE49-F238E27FC236}">
                <a16:creationId xmlns:a16="http://schemas.microsoft.com/office/drawing/2014/main" id="{6B332F91-0B01-EB80-8124-232BB9E574A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81098" y="2430604"/>
            <a:ext cx="1901825" cy="17367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338B286-D96C-55A6-3681-347527CFC5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40100" y="516802"/>
            <a:ext cx="4816461" cy="1674742"/>
          </a:xfrm>
        </p:spPr>
        <p:txBody>
          <a:bodyPr/>
          <a:lstStyle>
            <a:lvl1pPr>
              <a:defRPr>
                <a:latin typeface="Biome" panose="020B0502040204020203" pitchFamily="34" charset="0"/>
                <a:cs typeface="Biome" panose="020B0502040204020203" pitchFamily="34" charset="0"/>
              </a:defRPr>
            </a:lvl1pPr>
            <a:lvl2pPr>
              <a:defRPr>
                <a:latin typeface="Biome" panose="020B0502040204020203" pitchFamily="34" charset="0"/>
                <a:cs typeface="Biome" panose="020B0502040204020203" pitchFamily="34" charset="0"/>
              </a:defRPr>
            </a:lvl2pPr>
            <a:lvl3pPr>
              <a:defRPr>
                <a:latin typeface="Biome" panose="020B0502040204020203" pitchFamily="34" charset="0"/>
                <a:cs typeface="Biome" panose="020B0502040204020203" pitchFamily="34" charset="0"/>
              </a:defRPr>
            </a:lvl3pPr>
            <a:lvl4pPr>
              <a:defRPr>
                <a:latin typeface="Biome" panose="020B0502040204020203" pitchFamily="34" charset="0"/>
                <a:cs typeface="Biome" panose="020B0502040204020203" pitchFamily="34" charset="0"/>
              </a:defRPr>
            </a:lvl4pPr>
            <a:lvl5pPr>
              <a:defRPr>
                <a:latin typeface="Biome" panose="020B0502040204020203" pitchFamily="34" charset="0"/>
                <a:cs typeface="Biome" panose="020B0502040204020203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72AA8E04-E5FB-0D2A-BD61-41A00B3040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0100" y="2430604"/>
            <a:ext cx="4816462" cy="1736724"/>
          </a:xfrm>
        </p:spPr>
        <p:txBody>
          <a:bodyPr/>
          <a:lstStyle>
            <a:lvl1pPr>
              <a:defRPr>
                <a:latin typeface="Biome" panose="020B0503030204020804" pitchFamily="34" charset="0"/>
                <a:cs typeface="Biome" panose="020B0503030204020804" pitchFamily="34" charset="0"/>
              </a:defRPr>
            </a:lvl1pPr>
            <a:lvl2pPr>
              <a:defRPr>
                <a:latin typeface="Biome" panose="020B0503030204020804" pitchFamily="34" charset="0"/>
                <a:cs typeface="Biome" panose="020B0503030204020804" pitchFamily="34" charset="0"/>
              </a:defRPr>
            </a:lvl2pPr>
            <a:lvl3pPr>
              <a:defRPr>
                <a:latin typeface="Biome" panose="020B0503030204020804" pitchFamily="34" charset="0"/>
                <a:cs typeface="Biome" panose="020B0503030204020804" pitchFamily="34" charset="0"/>
              </a:defRPr>
            </a:lvl3pPr>
            <a:lvl4pPr>
              <a:defRPr>
                <a:latin typeface="Biome" panose="020B0503030204020804" pitchFamily="34" charset="0"/>
                <a:cs typeface="Biome" panose="020B0503030204020804" pitchFamily="34" charset="0"/>
              </a:defRPr>
            </a:lvl4pPr>
            <a:lvl5pPr>
              <a:defRPr>
                <a:latin typeface="Biome" panose="020B0503030204020804" pitchFamily="34" charset="0"/>
                <a:cs typeface="Biome" panose="020B0503030204020804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preserve="1" userDrawn="1">
  <p:cSld name="1_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p3">
            <a:extLst>
              <a:ext uri="{FF2B5EF4-FFF2-40B4-BE49-F238E27FC236}">
                <a16:creationId xmlns:a16="http://schemas.microsoft.com/office/drawing/2014/main" id="{2BE5A1D0-C958-FDF1-61F0-7ABB64550F0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84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ço Reservado para Imagem 3">
            <a:extLst>
              <a:ext uri="{FF2B5EF4-FFF2-40B4-BE49-F238E27FC236}">
                <a16:creationId xmlns:a16="http://schemas.microsoft.com/office/drawing/2014/main" id="{163EFDF7-009B-077C-2073-2E3CD91491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1099" y="454819"/>
            <a:ext cx="1901825" cy="17367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0BC422BB-9DA6-8EA1-04C4-582F7059D1A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01346" y="454819"/>
            <a:ext cx="1901825" cy="1736725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Imagem 3">
            <a:extLst>
              <a:ext uri="{FF2B5EF4-FFF2-40B4-BE49-F238E27FC236}">
                <a16:creationId xmlns:a16="http://schemas.microsoft.com/office/drawing/2014/main" id="{33DE2A5E-4E86-87AC-EEDB-E69BCA541E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21593" y="454818"/>
            <a:ext cx="1901825" cy="17367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AC145B3B-6DBD-DDF3-A07E-98DDBBF1F7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81100" y="2352675"/>
            <a:ext cx="1901825" cy="1736725"/>
          </a:xfrm>
        </p:spPr>
        <p:txBody>
          <a:bodyPr/>
          <a:lstStyle>
            <a:lvl1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1pPr>
            <a:lvl2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2pPr>
            <a:lvl3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3pPr>
            <a:lvl4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4pPr>
            <a:lvl5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A6DE7264-80B7-C221-62DF-D0D6616F54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1346" y="2361130"/>
            <a:ext cx="1901825" cy="1736725"/>
          </a:xfrm>
        </p:spPr>
        <p:txBody>
          <a:bodyPr/>
          <a:lstStyle>
            <a:lvl1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1pPr>
            <a:lvl2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2pPr>
            <a:lvl3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3pPr>
            <a:lvl4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4pPr>
            <a:lvl5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CE10764F-01A0-9F71-8A79-8C0C023A35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1593" y="2417531"/>
            <a:ext cx="1901825" cy="1736725"/>
          </a:xfrm>
        </p:spPr>
        <p:txBody>
          <a:bodyPr/>
          <a:lstStyle>
            <a:lvl1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1pPr>
            <a:lvl2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2pPr>
            <a:lvl3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3pPr>
            <a:lvl4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4pPr>
            <a:lvl5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95153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preserve="1" userDrawn="1">
  <p:cSld name="1_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p3">
            <a:extLst>
              <a:ext uri="{FF2B5EF4-FFF2-40B4-BE49-F238E27FC236}">
                <a16:creationId xmlns:a16="http://schemas.microsoft.com/office/drawing/2014/main" id="{2BE5A1D0-C958-FDF1-61F0-7ABB64550F0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84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ço Reservado para Imagem 3">
            <a:extLst>
              <a:ext uri="{FF2B5EF4-FFF2-40B4-BE49-F238E27FC236}">
                <a16:creationId xmlns:a16="http://schemas.microsoft.com/office/drawing/2014/main" id="{163EFDF7-009B-077C-2073-2E3CD91491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1099" y="454818"/>
            <a:ext cx="1747296" cy="1736727"/>
          </a:xfrm>
          <a:prstGeom prst="ellipse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AC145B3B-6DBD-DDF3-A07E-98DDBBF1F7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81100" y="2352675"/>
            <a:ext cx="1901825" cy="1736725"/>
          </a:xfrm>
        </p:spPr>
        <p:txBody>
          <a:bodyPr/>
          <a:lstStyle>
            <a:lvl1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1pPr>
            <a:lvl2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2pPr>
            <a:lvl3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3pPr>
            <a:lvl4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4pPr>
            <a:lvl5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A6DE7264-80B7-C221-62DF-D0D6616F54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1346" y="2361130"/>
            <a:ext cx="1901825" cy="1736725"/>
          </a:xfrm>
        </p:spPr>
        <p:txBody>
          <a:bodyPr/>
          <a:lstStyle>
            <a:lvl1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1pPr>
            <a:lvl2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2pPr>
            <a:lvl3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3pPr>
            <a:lvl4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4pPr>
            <a:lvl5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CE10764F-01A0-9F71-8A79-8C0C023A35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1593" y="2417531"/>
            <a:ext cx="1901825" cy="1736725"/>
          </a:xfrm>
        </p:spPr>
        <p:txBody>
          <a:bodyPr/>
          <a:lstStyle>
            <a:lvl1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1pPr>
            <a:lvl2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2pPr>
            <a:lvl3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3pPr>
            <a:lvl4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4pPr>
            <a:lvl5pPr>
              <a:defRPr>
                <a:latin typeface="Biome Light" panose="020B0502040204020203" pitchFamily="34" charset="0"/>
                <a:cs typeface="Biome Light" panose="020B0502040204020203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Imagem 3">
            <a:extLst>
              <a:ext uri="{FF2B5EF4-FFF2-40B4-BE49-F238E27FC236}">
                <a16:creationId xmlns:a16="http://schemas.microsoft.com/office/drawing/2014/main" id="{1F53F696-FF9F-08EA-0654-597028CBA4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78610" y="454818"/>
            <a:ext cx="1747296" cy="1736727"/>
          </a:xfrm>
          <a:prstGeom prst="ellipse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10" name="Espaço Reservado para Imagem 3">
            <a:extLst>
              <a:ext uri="{FF2B5EF4-FFF2-40B4-BE49-F238E27FC236}">
                <a16:creationId xmlns:a16="http://schemas.microsoft.com/office/drawing/2014/main" id="{4832787A-07C3-EE48-F3FB-74A7750A65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98857" y="454818"/>
            <a:ext cx="1747296" cy="1736727"/>
          </a:xfrm>
          <a:prstGeom prst="ellipse">
            <a:avLst/>
          </a:pr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9930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preserve="1" userDrawn="1">
  <p:cSld name="1_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p3">
            <a:extLst>
              <a:ext uri="{FF2B5EF4-FFF2-40B4-BE49-F238E27FC236}">
                <a16:creationId xmlns:a16="http://schemas.microsoft.com/office/drawing/2014/main" id="{2BE5A1D0-C958-FDF1-61F0-7ABB64550F0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847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9874CA29-8F7E-AE18-CA74-2E6EFCADE5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3537" y="398874"/>
            <a:ext cx="3275154" cy="3255343"/>
          </a:xfrm>
          <a:prstGeom prst="ellipse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Imagem 3">
            <a:extLst>
              <a:ext uri="{FF2B5EF4-FFF2-40B4-BE49-F238E27FC236}">
                <a16:creationId xmlns:a16="http://schemas.microsoft.com/office/drawing/2014/main" id="{9DCDCEA7-D53E-151E-2B05-B76D3A5265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98768" y="398873"/>
            <a:ext cx="3275154" cy="3255343"/>
          </a:xfrm>
          <a:prstGeom prst="ellipse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155E535E-48F0-167E-0AC2-010D9002F7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54100" y="3773488"/>
            <a:ext cx="3413125" cy="544512"/>
          </a:xfrm>
        </p:spPr>
        <p:txBody>
          <a:bodyPr/>
          <a:lstStyle>
            <a:lvl1pPr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2pPr>
            <a:lvl3pPr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3pPr>
            <a:lvl4pPr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4pPr>
            <a:lvl5pPr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Espaço Reservado para Texto 8">
            <a:extLst>
              <a:ext uri="{FF2B5EF4-FFF2-40B4-BE49-F238E27FC236}">
                <a16:creationId xmlns:a16="http://schemas.microsoft.com/office/drawing/2014/main" id="{D0EC2538-E21E-53AE-4489-01344637BA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75250" y="3773488"/>
            <a:ext cx="3413125" cy="544512"/>
          </a:xfrm>
        </p:spPr>
        <p:txBody>
          <a:bodyPr/>
          <a:lstStyle>
            <a:lvl1pPr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2pPr>
            <a:lvl3pPr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3pPr>
            <a:lvl4pPr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4pPr>
            <a:lvl5pPr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64689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preserve="1" userDrawn="1">
  <p:cSld name="1_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p3">
            <a:extLst>
              <a:ext uri="{FF2B5EF4-FFF2-40B4-BE49-F238E27FC236}">
                <a16:creationId xmlns:a16="http://schemas.microsoft.com/office/drawing/2014/main" id="{2BE5A1D0-C958-FDF1-61F0-7ABB64550F0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847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8">
            <a:extLst>
              <a:ext uri="{FF2B5EF4-FFF2-40B4-BE49-F238E27FC236}">
                <a16:creationId xmlns:a16="http://schemas.microsoft.com/office/drawing/2014/main" id="{5B74F435-DC50-2292-EC95-1125C2FD00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8271" y="832774"/>
            <a:ext cx="7709121" cy="3195216"/>
          </a:xfrm>
        </p:spPr>
        <p:txBody>
          <a:bodyPr>
            <a:normAutofit/>
          </a:bodyPr>
          <a:lstStyle>
            <a:lvl1pPr marL="457200" indent="-361950">
              <a:buClr>
                <a:srgbClr val="0070C0"/>
              </a:buClr>
              <a:buFont typeface="Wingdings" panose="05000000000000000000" pitchFamily="2" charset="2"/>
              <a:buChar char="§"/>
              <a:defRPr sz="32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914400" indent="-342900">
              <a:buClr>
                <a:srgbClr val="0070C0"/>
              </a:buClr>
              <a:buFont typeface="Wingdings" panose="05000000000000000000" pitchFamily="2" charset="2"/>
              <a:buChar char="§"/>
              <a:defRPr sz="2800">
                <a:latin typeface="Biome" panose="020B0503030204020804" pitchFamily="34" charset="0"/>
                <a:cs typeface="Biome" panose="020B0503030204020804" pitchFamily="34" charset="0"/>
              </a:defRPr>
            </a:lvl2pPr>
            <a:lvl3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3pPr>
            <a:lvl4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4pPr>
            <a:lvl5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239837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preserve="1" userDrawn="1">
  <p:cSld name="1_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p3">
            <a:extLst>
              <a:ext uri="{FF2B5EF4-FFF2-40B4-BE49-F238E27FC236}">
                <a16:creationId xmlns:a16="http://schemas.microsoft.com/office/drawing/2014/main" id="{2BE5A1D0-C958-FDF1-61F0-7ABB64550F0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847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ço Reservado para Imagem 2">
            <a:extLst>
              <a:ext uri="{FF2B5EF4-FFF2-40B4-BE49-F238E27FC236}">
                <a16:creationId xmlns:a16="http://schemas.microsoft.com/office/drawing/2014/main" id="{2D94FE37-2861-5082-85E1-9CA95DCB8690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572000" y="468704"/>
            <a:ext cx="4377129" cy="158275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Inserir imagem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20552F6-C359-AF86-A5AE-32CDCC3287A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7328" y="468704"/>
            <a:ext cx="3629538" cy="331194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texto</a:t>
            </a:r>
          </a:p>
        </p:txBody>
      </p:sp>
      <p:sp>
        <p:nvSpPr>
          <p:cNvPr id="12" name="Espaço Reservado para Imagem 2">
            <a:extLst>
              <a:ext uri="{FF2B5EF4-FFF2-40B4-BE49-F238E27FC236}">
                <a16:creationId xmlns:a16="http://schemas.microsoft.com/office/drawing/2014/main" id="{051027CE-660D-1690-DC7F-2FDBDC05352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4572000" y="2520167"/>
            <a:ext cx="4377129" cy="158275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Inserir imagem</a:t>
            </a:r>
          </a:p>
        </p:txBody>
      </p:sp>
    </p:spTree>
    <p:extLst>
      <p:ext uri="{BB962C8B-B14F-4D97-AF65-F5344CB8AC3E}">
        <p14:creationId xmlns:p14="http://schemas.microsoft.com/office/powerpoint/2010/main" val="18630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preserve="1" userDrawn="1">
  <p:cSld name="1_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p3">
            <a:extLst>
              <a:ext uri="{FF2B5EF4-FFF2-40B4-BE49-F238E27FC236}">
                <a16:creationId xmlns:a16="http://schemas.microsoft.com/office/drawing/2014/main" id="{2BE5A1D0-C958-FDF1-61F0-7ABB64550F0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84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35A06-B3F6-7768-4E9C-7E7ABDBA90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2564" y="236547"/>
            <a:ext cx="3920360" cy="18068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texto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38097B6-8EAD-EE3C-ED18-708CFD1158B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45010" y="2426056"/>
            <a:ext cx="3801903" cy="180689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texto</a:t>
            </a:r>
          </a:p>
        </p:txBody>
      </p:sp>
      <p:sp>
        <p:nvSpPr>
          <p:cNvPr id="5" name="Espaço Reservado para Imagem 2">
            <a:extLst>
              <a:ext uri="{FF2B5EF4-FFF2-40B4-BE49-F238E27FC236}">
                <a16:creationId xmlns:a16="http://schemas.microsoft.com/office/drawing/2014/main" id="{149354A6-0F82-AA05-FCA4-C7B587C098B2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014" y="236548"/>
            <a:ext cx="3861897" cy="18068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Inserir imagem</a:t>
            </a:r>
          </a:p>
        </p:txBody>
      </p:sp>
      <p:sp>
        <p:nvSpPr>
          <p:cNvPr id="6" name="Espaço Reservado para Imagem 2">
            <a:extLst>
              <a:ext uri="{FF2B5EF4-FFF2-40B4-BE49-F238E27FC236}">
                <a16:creationId xmlns:a16="http://schemas.microsoft.com/office/drawing/2014/main" id="{82195FD5-266F-9281-C00F-F4B3ABE40E43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22564" y="2426056"/>
            <a:ext cx="3920360" cy="18068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Inserir imagem</a:t>
            </a:r>
          </a:p>
        </p:txBody>
      </p:sp>
    </p:spTree>
    <p:extLst>
      <p:ext uri="{BB962C8B-B14F-4D97-AF65-F5344CB8AC3E}">
        <p14:creationId xmlns:p14="http://schemas.microsoft.com/office/powerpoint/2010/main" val="127442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0"/>
      <p:bldP spid="6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preserve="1" userDrawn="1">
  <p:cSld name="1_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03;g14c7871c447_0_0">
            <a:extLst>
              <a:ext uri="{FF2B5EF4-FFF2-40B4-BE49-F238E27FC236}">
                <a16:creationId xmlns:a16="http://schemas.microsoft.com/office/drawing/2014/main" id="{CF694AF7-6A35-3B0F-DF42-2C8EC3E9072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spaço Reservado para Texto 8">
            <a:extLst>
              <a:ext uri="{FF2B5EF4-FFF2-40B4-BE49-F238E27FC236}">
                <a16:creationId xmlns:a16="http://schemas.microsoft.com/office/drawing/2014/main" id="{B3A7ABBB-8AAC-EA0F-A2A0-3DA6A30EAE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0560" y="3112988"/>
            <a:ext cx="5394185" cy="1146496"/>
          </a:xfrm>
        </p:spPr>
        <p:txBody>
          <a:bodyPr>
            <a:normAutofit/>
          </a:bodyPr>
          <a:lstStyle>
            <a:lvl1pPr marL="457200" indent="-361950">
              <a:buClr>
                <a:srgbClr val="0070C0"/>
              </a:buClr>
              <a:buFont typeface="Wingdings" panose="05000000000000000000" pitchFamily="2" charset="2"/>
              <a:buChar char="§"/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914400" indent="-342900">
              <a:buClr>
                <a:srgbClr val="0070C0"/>
              </a:buClr>
              <a:buFont typeface="Wingdings" panose="05000000000000000000" pitchFamily="2" charset="2"/>
              <a:buChar char="§"/>
              <a:defRPr sz="2000">
                <a:latin typeface="Biome" panose="020B0503030204020804" pitchFamily="34" charset="0"/>
                <a:cs typeface="Biome" panose="020B0503030204020804" pitchFamily="34" charset="0"/>
              </a:defRPr>
            </a:lvl2pPr>
            <a:lvl3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3pPr>
            <a:lvl4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4pPr>
            <a:lvl5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79F5A55F-5DFA-011A-17CE-F35AD3A4D2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038" y="485775"/>
            <a:ext cx="5394325" cy="23622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3549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preserve="1" userDrawn="1">
  <p:cSld name="1_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03;g14c7871c447_0_0">
            <a:extLst>
              <a:ext uri="{FF2B5EF4-FFF2-40B4-BE49-F238E27FC236}">
                <a16:creationId xmlns:a16="http://schemas.microsoft.com/office/drawing/2014/main" id="{CF694AF7-6A35-3B0F-DF42-2C8EC3E9072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ço Reservado para Texto 8">
            <a:extLst>
              <a:ext uri="{FF2B5EF4-FFF2-40B4-BE49-F238E27FC236}">
                <a16:creationId xmlns:a16="http://schemas.microsoft.com/office/drawing/2014/main" id="{CE9A461F-5529-2DA1-44B9-F81A4AFC82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904" y="1098993"/>
            <a:ext cx="5394185" cy="2767013"/>
          </a:xfrm>
        </p:spPr>
        <p:txBody>
          <a:bodyPr>
            <a:normAutofit/>
          </a:bodyPr>
          <a:lstStyle>
            <a:lvl1pPr marL="457200" indent="-361950">
              <a:buClr>
                <a:srgbClr val="0070C0"/>
              </a:buClr>
              <a:buFont typeface="Wingdings" panose="05000000000000000000" pitchFamily="2" charset="2"/>
              <a:buChar char="§"/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914400" indent="-342900">
              <a:buClr>
                <a:srgbClr val="0070C0"/>
              </a:buClr>
              <a:buFont typeface="Wingdings" panose="05000000000000000000" pitchFamily="2" charset="2"/>
              <a:buChar char="§"/>
              <a:defRPr sz="2000">
                <a:latin typeface="Biome" panose="020B0503030204020804" pitchFamily="34" charset="0"/>
                <a:cs typeface="Biome" panose="020B0503030204020804" pitchFamily="34" charset="0"/>
              </a:defRPr>
            </a:lvl2pPr>
            <a:lvl3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3pPr>
            <a:lvl4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4pPr>
            <a:lvl5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3909874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preserve="1" userDrawn="1">
  <p:cSld name="1_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p3">
            <a:extLst>
              <a:ext uri="{FF2B5EF4-FFF2-40B4-BE49-F238E27FC236}">
                <a16:creationId xmlns:a16="http://schemas.microsoft.com/office/drawing/2014/main" id="{2BE5A1D0-C958-FDF1-61F0-7ABB64550F0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8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8771FD6-B61A-BC09-9023-991843C0D3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255" t="19175" r="13900" b="33334"/>
          <a:stretch/>
        </p:blipFill>
        <p:spPr>
          <a:xfrm>
            <a:off x="-109591" y="-385227"/>
            <a:ext cx="2790826" cy="257086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AF3C654C-F453-DECE-FEAF-BB6901C3021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03434" y="3612001"/>
            <a:ext cx="5187264" cy="271441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 b="0" baseline="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nome do autor(a)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AE42C2-942F-8575-DF74-72301C262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3433" y="759264"/>
            <a:ext cx="5187265" cy="2852737"/>
          </a:xfrm>
        </p:spPr>
        <p:txBody>
          <a:bodyPr anchor="ctr">
            <a:normAutofit/>
          </a:bodyPr>
          <a:lstStyle>
            <a:lvl1pPr algn="l">
              <a:defRPr sz="5000" b="1">
                <a:solidFill>
                  <a:schemeClr val="tx1"/>
                </a:solidFill>
                <a:latin typeface="Franklin Gothic Demi" panose="020B07030201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</a:t>
            </a:r>
            <a:br>
              <a:rPr lang="pt-BR" dirty="0"/>
            </a:br>
            <a:r>
              <a:rPr lang="pt-BR" dirty="0"/>
              <a:t>editar</a:t>
            </a:r>
            <a:br>
              <a:rPr lang="pt-BR" dirty="0"/>
            </a:br>
            <a:r>
              <a:rPr lang="pt-BR" dirty="0"/>
              <a:t>o texto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42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preserve="1" userDrawn="1">
  <p:cSld name="1_Duas Partes de Conteúdo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6;g14c7871c447_0_6">
            <a:extLst>
              <a:ext uri="{FF2B5EF4-FFF2-40B4-BE49-F238E27FC236}">
                <a16:creationId xmlns:a16="http://schemas.microsoft.com/office/drawing/2014/main" id="{1F651D87-1CB2-47A2-299C-D08CFEC2E16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4CC5C1A-2CAE-A06F-3ECD-E642E00ECD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255" t="19175" r="13900" b="33334"/>
          <a:stretch/>
        </p:blipFill>
        <p:spPr>
          <a:xfrm>
            <a:off x="-109591" y="-385227"/>
            <a:ext cx="2790826" cy="257086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D5C3C9D1-E23E-2276-7172-1F5F013B26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03434" y="3612001"/>
            <a:ext cx="5187264" cy="271441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nome do autor(a)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1FCEAF4-28C4-AD34-D6D8-80DEAA0AC0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3433" y="759264"/>
            <a:ext cx="5187265" cy="2852737"/>
          </a:xfrm>
        </p:spPr>
        <p:txBody>
          <a:bodyPr anchor="ctr">
            <a:normAutofit/>
          </a:bodyPr>
          <a:lstStyle>
            <a:lvl1pPr algn="l">
              <a:defRPr sz="5000" b="1">
                <a:solidFill>
                  <a:schemeClr val="bg1"/>
                </a:solidFill>
                <a:latin typeface="Franklin Gothic Demi" panose="020B07030201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</a:t>
            </a:r>
            <a:br>
              <a:rPr lang="pt-BR" dirty="0"/>
            </a:br>
            <a:r>
              <a:rPr lang="pt-BR" dirty="0"/>
              <a:t>editar</a:t>
            </a:r>
            <a:br>
              <a:rPr lang="pt-BR" dirty="0"/>
            </a:br>
            <a:r>
              <a:rPr lang="pt-BR" dirty="0"/>
              <a:t>o texto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20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userDrawn="1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6;g14c7871c447_0_6">
            <a:extLst>
              <a:ext uri="{FF2B5EF4-FFF2-40B4-BE49-F238E27FC236}">
                <a16:creationId xmlns:a16="http://schemas.microsoft.com/office/drawing/2014/main" id="{1F651D87-1CB2-47A2-299C-D08CFEC2E16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8">
            <a:extLst>
              <a:ext uri="{FF2B5EF4-FFF2-40B4-BE49-F238E27FC236}">
                <a16:creationId xmlns:a16="http://schemas.microsoft.com/office/drawing/2014/main" id="{F169B920-991C-249F-58F2-B3E1D644E7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2362" y="960096"/>
            <a:ext cx="7176686" cy="2767013"/>
          </a:xfrm>
        </p:spPr>
        <p:txBody>
          <a:bodyPr>
            <a:normAutofit/>
          </a:bodyPr>
          <a:lstStyle>
            <a:lvl1pPr marL="457200" indent="-36195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280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914400" indent="-34290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240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defRPr>
            </a:lvl2pPr>
            <a:lvl3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3pPr>
            <a:lvl4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4pPr>
            <a:lvl5pPr>
              <a:defRPr sz="2400">
                <a:latin typeface="Biome" panose="020B0503030204020804" pitchFamily="34" charset="0"/>
                <a:cs typeface="Biome" panose="020B0503030204020804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userDrawn="1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4;p1">
            <a:extLst>
              <a:ext uri="{FF2B5EF4-FFF2-40B4-BE49-F238E27FC236}">
                <a16:creationId xmlns:a16="http://schemas.microsoft.com/office/drawing/2014/main" id="{0EAED4B7-FBA3-E076-18F3-2B765579254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9" r="49"/>
          <a:stretch/>
        </p:blipFill>
        <p:spPr>
          <a:xfrm>
            <a:off x="0" y="0"/>
            <a:ext cx="9144000" cy="5148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71" r:id="rId3"/>
    <p:sldLayoutId id="2147483668" r:id="rId4"/>
    <p:sldLayoutId id="2147483651" r:id="rId5"/>
    <p:sldLayoutId id="2147483661" r:id="rId6"/>
    <p:sldLayoutId id="2147483669" r:id="rId7"/>
    <p:sldLayoutId id="2147483663" r:id="rId8"/>
    <p:sldLayoutId id="2147483670" r:id="rId9"/>
    <p:sldLayoutId id="2147483672" r:id="rId10"/>
    <p:sldLayoutId id="2147483673" r:id="rId11"/>
    <p:sldLayoutId id="2147483665" r:id="rId12"/>
    <p:sldLayoutId id="2147483666" r:id="rId13"/>
    <p:sldLayoutId id="2147483664" r:id="rId14"/>
    <p:sldLayoutId id="2147483667" r:id="rId15"/>
    <p:sldLayoutId id="2147483652" r:id="rId16"/>
    <p:sldLayoutId id="2147483650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registro.br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validator.w3.org" TargetMode="External"/><Relationship Id="rId2" Type="http://schemas.openxmlformats.org/officeDocument/2006/relationships/hyperlink" Target="http://www.w3c.br/Padroes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l="49" r="49"/>
          <a:stretch/>
        </p:blipFill>
        <p:spPr>
          <a:xfrm>
            <a:off x="0" y="0"/>
            <a:ext cx="9144000" cy="5148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74D5442-29A4-3226-4E0D-04D995289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pt-BR" dirty="0">
                <a:latin typeface="Franklin Gothic Book"/>
              </a:rPr>
              <a:t>Professor Felipe </a:t>
            </a:r>
            <a:r>
              <a:rPr lang="pt-BR" dirty="0" err="1">
                <a:latin typeface="Franklin Gothic Book"/>
              </a:rPr>
              <a:t>Lemões</a:t>
            </a:r>
            <a:r>
              <a:rPr lang="pt-BR" dirty="0">
                <a:latin typeface="Franklin Gothic Book"/>
              </a:rPr>
              <a:t> </a:t>
            </a:r>
            <a:r>
              <a:rPr lang="pt-BR" dirty="0" err="1">
                <a:latin typeface="Franklin Gothic Book"/>
              </a:rPr>
              <a:t>Haertel</a:t>
            </a:r>
            <a:endParaRPr lang="pt-BR" dirty="0" err="1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9615B77-C755-E3B7-7368-1FDF649EF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Franklin Gothic Demi"/>
                <a:cs typeface="Times New Roman"/>
              </a:rPr>
              <a:t>Programação Front-</a:t>
            </a:r>
            <a:r>
              <a:rPr lang="pt-BR" dirty="0" err="1">
                <a:latin typeface="Franklin Gothic Demi"/>
                <a:cs typeface="Times New Roman"/>
              </a:rPr>
              <a:t>end</a:t>
            </a:r>
            <a:endParaRPr lang="pt-BR" dirty="0" err="1"/>
          </a:p>
        </p:txBody>
      </p:sp>
    </p:spTree>
    <p:extLst>
      <p:ext uri="{BB962C8B-B14F-4D97-AF65-F5344CB8AC3E}">
        <p14:creationId xmlns:p14="http://schemas.microsoft.com/office/powerpoint/2010/main" val="130187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latin typeface="Biome"/>
                <a:cs typeface="Biome"/>
              </a:rPr>
              <a:t>Felipe </a:t>
            </a:r>
            <a:r>
              <a:rPr lang="pt-BR" dirty="0" err="1">
                <a:latin typeface="Biome"/>
                <a:cs typeface="Biome"/>
              </a:rPr>
              <a:t>Lemões</a:t>
            </a:r>
            <a:r>
              <a:rPr lang="pt-BR" dirty="0">
                <a:latin typeface="Biome"/>
                <a:cs typeface="Biome"/>
              </a:rPr>
              <a:t> </a:t>
            </a:r>
            <a:r>
              <a:rPr lang="pt-BR" dirty="0" err="1">
                <a:latin typeface="Biome"/>
                <a:cs typeface="Biome"/>
              </a:rPr>
              <a:t>Haertel</a:t>
            </a:r>
            <a:endParaRPr lang="pt-BR">
              <a:latin typeface="Biome"/>
              <a:cs typeface="Biome"/>
            </a:endParaRPr>
          </a:p>
          <a:p>
            <a:endParaRPr lang="pt-BR" dirty="0">
              <a:latin typeface="Biome"/>
              <a:cs typeface="Biome"/>
            </a:endParaRPr>
          </a:p>
          <a:p>
            <a:pPr lvl="1"/>
            <a:r>
              <a:rPr lang="pt-BR" dirty="0">
                <a:latin typeface="Biome"/>
                <a:cs typeface="Biome"/>
              </a:rPr>
              <a:t>Mestre em Engenharia Eletrônica e Computação</a:t>
            </a:r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dirty="0">
                <a:latin typeface="Biome"/>
                <a:cs typeface="Biome"/>
              </a:rPr>
              <a:t>Bacharel em Análise de Sistemas</a:t>
            </a:r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dirty="0">
                <a:latin typeface="Biome"/>
                <a:cs typeface="Biome"/>
              </a:rPr>
              <a:t>Desenvolvedor de sistemas Front e Back </a:t>
            </a:r>
            <a:r>
              <a:rPr lang="pt-BR" dirty="0" err="1">
                <a:latin typeface="Biome"/>
                <a:cs typeface="Biome"/>
              </a:rPr>
              <a:t>And</a:t>
            </a:r>
            <a:r>
              <a:rPr lang="pt-BR" dirty="0">
                <a:latin typeface="Biome"/>
                <a:cs typeface="Biome"/>
              </a:rPr>
              <a:t> desde 2011</a:t>
            </a:r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dirty="0">
                <a:latin typeface="Biome"/>
                <a:cs typeface="Biome"/>
              </a:rPr>
              <a:t>Professor desde 2012</a:t>
            </a:r>
            <a:endParaRPr lang="pt-BR" dirty="0"/>
          </a:p>
        </p:txBody>
      </p:sp>
      <p:pic>
        <p:nvPicPr>
          <p:cNvPr id="3" name="Imagem 3">
            <a:extLst>
              <a:ext uri="{FF2B5EF4-FFF2-40B4-BE49-F238E27FC236}">
                <a16:creationId xmlns:a16="http://schemas.microsoft.com/office/drawing/2014/main" id="{4087BA19-FBF6-ECE0-090F-24E7BAC06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92" y="4287563"/>
            <a:ext cx="201012" cy="21414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41ABCF7-4967-4D78-9B35-68E7BF8678F1}"/>
              </a:ext>
            </a:extLst>
          </p:cNvPr>
          <p:cNvSpPr txBox="1"/>
          <p:nvPr/>
        </p:nvSpPr>
        <p:spPr>
          <a:xfrm>
            <a:off x="853965" y="4269827"/>
            <a:ext cx="193127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1000" u="sng" dirty="0"/>
              <a:t>https://haertel.com.br</a:t>
            </a:r>
          </a:p>
        </p:txBody>
      </p:sp>
    </p:spTree>
    <p:extLst>
      <p:ext uri="{BB962C8B-B14F-4D97-AF65-F5344CB8AC3E}">
        <p14:creationId xmlns:p14="http://schemas.microsoft.com/office/powerpoint/2010/main" val="307266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40000" lnSpcReduction="20000"/>
          </a:bodyPr>
          <a:lstStyle/>
          <a:p>
            <a:r>
              <a:rPr lang="pt-BR" dirty="0">
                <a:latin typeface="Biome"/>
                <a:cs typeface="Biome"/>
              </a:rPr>
              <a:t>Aula 1: Princípios de desenvolvimento e Introdução ao HTML 5</a:t>
            </a:r>
          </a:p>
          <a:p>
            <a:endParaRPr lang="pt-BR" dirty="0">
              <a:latin typeface="Biome"/>
              <a:cs typeface="Biome"/>
            </a:endParaRPr>
          </a:p>
          <a:p>
            <a:pPr lvl="1"/>
            <a:r>
              <a:rPr lang="pt-BR" dirty="0">
                <a:latin typeface="Biome"/>
                <a:cs typeface="Biome"/>
              </a:rPr>
              <a:t>Unidade I e Unidade II</a:t>
            </a:r>
            <a:endParaRPr lang="pt-BR">
              <a:latin typeface="Biome"/>
              <a:cs typeface="Biome"/>
            </a:endParaRPr>
          </a:p>
          <a:p>
            <a:pPr lvl="1"/>
            <a:endParaRPr lang="pt-BR" dirty="0">
              <a:latin typeface="Biome"/>
              <a:cs typeface="Biome"/>
            </a:endParaRPr>
          </a:p>
          <a:p>
            <a:r>
              <a:rPr lang="pt-BR" dirty="0">
                <a:latin typeface="Biome"/>
                <a:cs typeface="Biome"/>
              </a:rPr>
              <a:t>Complementação do HTML5 com aplicação de </a:t>
            </a:r>
            <a:r>
              <a:rPr lang="pt-BR">
                <a:latin typeface="Biome"/>
                <a:cs typeface="Biome"/>
              </a:rPr>
              <a:t>CSS</a:t>
            </a:r>
            <a:endParaRPr lang="pt-BR" dirty="0">
              <a:latin typeface="Biome"/>
              <a:cs typeface="Biome"/>
            </a:endParaRPr>
          </a:p>
          <a:p>
            <a:pPr>
              <a:buSzPts val="2100"/>
            </a:pPr>
            <a:endParaRPr lang="pt-BR" dirty="0">
              <a:latin typeface="Biome"/>
              <a:cs typeface="Biome"/>
            </a:endParaRPr>
          </a:p>
          <a:p>
            <a:pPr lvl="1">
              <a:buSzPts val="2100"/>
            </a:pPr>
            <a:r>
              <a:rPr lang="pt-BR" dirty="0">
                <a:latin typeface="Biome"/>
                <a:cs typeface="Biome"/>
              </a:rPr>
              <a:t>Unidade II e III</a:t>
            </a:r>
          </a:p>
          <a:p>
            <a:pPr lvl="1"/>
            <a:endParaRPr lang="pt-BR" dirty="0">
              <a:latin typeface="Biome"/>
              <a:cs typeface="Biome"/>
            </a:endParaRPr>
          </a:p>
          <a:p>
            <a:r>
              <a:rPr lang="pt-BR" dirty="0">
                <a:latin typeface="Biome"/>
                <a:cs typeface="Biome"/>
              </a:rPr>
              <a:t>Introdução ao </a:t>
            </a:r>
            <a:r>
              <a:rPr lang="pt-BR" err="1">
                <a:latin typeface="Biome"/>
                <a:cs typeface="Biome"/>
              </a:rPr>
              <a:t>JavaScript</a:t>
            </a:r>
            <a:endParaRPr lang="pt-BR">
              <a:latin typeface="Biome"/>
              <a:cs typeface="Biome"/>
            </a:endParaRPr>
          </a:p>
          <a:p>
            <a:endParaRPr lang="pt-BR" dirty="0">
              <a:latin typeface="Biome"/>
              <a:cs typeface="Biome"/>
            </a:endParaRPr>
          </a:p>
          <a:p>
            <a:pPr lvl="1"/>
            <a:r>
              <a:rPr lang="pt-BR" dirty="0">
                <a:latin typeface="Biome"/>
                <a:cs typeface="Biome"/>
              </a:rPr>
              <a:t>Unidade IV</a:t>
            </a:r>
          </a:p>
          <a:p>
            <a:pPr lvl="1"/>
            <a:endParaRPr lang="pt-BR" dirty="0">
              <a:latin typeface="Biome"/>
              <a:cs typeface="Biome"/>
            </a:endParaRPr>
          </a:p>
          <a:p>
            <a:r>
              <a:rPr lang="pt-BR" dirty="0">
                <a:latin typeface="Biome"/>
                <a:cs typeface="Biome"/>
              </a:rPr>
              <a:t>HTML, CSS e </a:t>
            </a:r>
            <a:r>
              <a:rPr lang="pt-BR" dirty="0" err="1">
                <a:latin typeface="Biome"/>
                <a:cs typeface="Biome"/>
              </a:rPr>
              <a:t>JavaScript</a:t>
            </a:r>
            <a:r>
              <a:rPr lang="pt-BR" dirty="0">
                <a:latin typeface="Biome"/>
                <a:cs typeface="Biome"/>
              </a:rPr>
              <a:t> com </a:t>
            </a:r>
            <a:r>
              <a:rPr lang="pt-BR" dirty="0" err="1">
                <a:latin typeface="Biome"/>
                <a:cs typeface="Biome"/>
              </a:rPr>
              <a:t>jQuery</a:t>
            </a:r>
          </a:p>
          <a:p>
            <a:endParaRPr lang="pt-BR" dirty="0">
              <a:latin typeface="Biome"/>
              <a:cs typeface="Biome"/>
            </a:endParaRPr>
          </a:p>
          <a:p>
            <a:pPr lvl="1"/>
            <a:r>
              <a:rPr lang="pt-BR" dirty="0">
                <a:latin typeface="Biome"/>
                <a:cs typeface="Biome"/>
              </a:rPr>
              <a:t>Unidade IV</a:t>
            </a:r>
          </a:p>
          <a:p>
            <a:pPr lvl="1"/>
            <a:endParaRPr lang="pt-BR" dirty="0"/>
          </a:p>
        </p:txBody>
      </p:sp>
      <p:pic>
        <p:nvPicPr>
          <p:cNvPr id="3" name="Imagem 3">
            <a:extLst>
              <a:ext uri="{FF2B5EF4-FFF2-40B4-BE49-F238E27FC236}">
                <a16:creationId xmlns:a16="http://schemas.microsoft.com/office/drawing/2014/main" id="{4087BA19-FBF6-ECE0-090F-24E7BAC06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92" y="4287563"/>
            <a:ext cx="201012" cy="21414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41ABCF7-4967-4D78-9B35-68E7BF8678F1}"/>
              </a:ext>
            </a:extLst>
          </p:cNvPr>
          <p:cNvSpPr txBox="1"/>
          <p:nvPr/>
        </p:nvSpPr>
        <p:spPr>
          <a:xfrm>
            <a:off x="853965" y="4269827"/>
            <a:ext cx="193127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1000" u="sng" dirty="0"/>
              <a:t>https://haertel.com.br</a:t>
            </a:r>
          </a:p>
        </p:txBody>
      </p:sp>
    </p:spTree>
    <p:extLst>
      <p:ext uri="{BB962C8B-B14F-4D97-AF65-F5344CB8AC3E}">
        <p14:creationId xmlns:p14="http://schemas.microsoft.com/office/powerpoint/2010/main" val="237633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661E4C-85D1-CF4B-0E47-DD52C0D1EC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05323" y="829967"/>
            <a:ext cx="4368473" cy="2686300"/>
          </a:xfrm>
        </p:spPr>
        <p:txBody>
          <a:bodyPr/>
          <a:lstStyle/>
          <a:p>
            <a:r>
              <a:rPr lang="pt-BR" dirty="0">
                <a:latin typeface="Biome Light"/>
                <a:cs typeface="Biome Light"/>
              </a:rPr>
              <a:t>Desenvolvimento Front-</a:t>
            </a:r>
            <a:r>
              <a:rPr lang="pt-BR" err="1">
                <a:latin typeface="Biome Light"/>
                <a:cs typeface="Biome Light"/>
              </a:rPr>
              <a:t>end</a:t>
            </a:r>
            <a:endParaRPr lang="pt-BR">
              <a:latin typeface="Biome Light"/>
              <a:cs typeface="Biome Light"/>
            </a:endParaRPr>
          </a:p>
          <a:p>
            <a:pPr lvl="1"/>
            <a:r>
              <a:rPr lang="pt-BR" dirty="0">
                <a:latin typeface="Biome Light"/>
                <a:cs typeface="Biome Light"/>
              </a:rPr>
              <a:t>HTML</a:t>
            </a:r>
          </a:p>
          <a:p>
            <a:pPr lvl="1"/>
            <a:r>
              <a:rPr lang="pt-BR" dirty="0">
                <a:latin typeface="Biome Light"/>
                <a:cs typeface="Biome Light"/>
              </a:rPr>
              <a:t>CSS</a:t>
            </a:r>
          </a:p>
          <a:p>
            <a:pPr lvl="1"/>
            <a:r>
              <a:rPr lang="pt-BR" dirty="0" err="1">
                <a:latin typeface="Biome Light"/>
                <a:cs typeface="Biome Light"/>
              </a:rPr>
              <a:t>JavaScript</a:t>
            </a:r>
            <a:endParaRPr lang="pt-BR" dirty="0" err="1"/>
          </a:p>
        </p:txBody>
      </p:sp>
      <p:pic>
        <p:nvPicPr>
          <p:cNvPr id="10" name="Imagem 10" descr="Interface gráfica do usuário, Diagrama&#10;&#10;Descrição gerada automaticamente">
            <a:extLst>
              <a:ext uri="{FF2B5EF4-FFF2-40B4-BE49-F238E27FC236}">
                <a16:creationId xmlns:a16="http://schemas.microsoft.com/office/drawing/2014/main" id="{495665D7-F501-FCF2-CAFE-62A18A9E0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55" y="917605"/>
            <a:ext cx="2743200" cy="177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72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661E4C-85D1-CF4B-0E47-DD52C0D1EC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05323" y="829967"/>
            <a:ext cx="4368473" cy="2686300"/>
          </a:xfrm>
        </p:spPr>
        <p:txBody>
          <a:bodyPr/>
          <a:lstStyle/>
          <a:p>
            <a:r>
              <a:rPr lang="pt-BR" dirty="0">
                <a:latin typeface="Biome Light"/>
                <a:cs typeface="Biome Light"/>
              </a:rPr>
              <a:t>Desenvolvimento Back-</a:t>
            </a:r>
            <a:r>
              <a:rPr lang="pt-BR" dirty="0" err="1">
                <a:latin typeface="Biome Light"/>
                <a:cs typeface="Biome Light"/>
              </a:rPr>
              <a:t>end</a:t>
            </a:r>
          </a:p>
          <a:p>
            <a:pPr lvl="1"/>
            <a:r>
              <a:rPr lang="pt-BR" dirty="0">
                <a:latin typeface="Biome Light"/>
                <a:cs typeface="Biome Light"/>
              </a:rPr>
              <a:t>PHP</a:t>
            </a:r>
          </a:p>
          <a:p>
            <a:pPr lvl="1"/>
            <a:r>
              <a:rPr lang="pt-BR" dirty="0">
                <a:latin typeface="Biome Light"/>
                <a:cs typeface="Biome Light"/>
              </a:rPr>
              <a:t>Java</a:t>
            </a:r>
          </a:p>
          <a:p>
            <a:pPr lvl="1"/>
            <a:r>
              <a:rPr lang="pt-BR" dirty="0">
                <a:latin typeface="Biome Light"/>
                <a:cs typeface="Biome Light"/>
              </a:rPr>
              <a:t>C#</a:t>
            </a:r>
          </a:p>
          <a:p>
            <a:pPr lvl="1"/>
            <a:r>
              <a:rPr lang="pt-BR" dirty="0">
                <a:latin typeface="Biome Light"/>
                <a:cs typeface="Biome Light"/>
              </a:rPr>
              <a:t>Python</a:t>
            </a:r>
          </a:p>
          <a:p>
            <a:pPr lvl="1"/>
            <a:r>
              <a:rPr lang="pt-BR" dirty="0">
                <a:latin typeface="Biome Light"/>
                <a:cs typeface="Biome Light"/>
              </a:rPr>
              <a:t>Entre outras...</a:t>
            </a:r>
            <a:endParaRPr lang="pt-BR" dirty="0"/>
          </a:p>
        </p:txBody>
      </p:sp>
      <p:pic>
        <p:nvPicPr>
          <p:cNvPr id="2" name="Imagem 3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BCD7AD10-33D9-1C81-B9E3-E2B67714E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66" y="986002"/>
            <a:ext cx="27432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1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661E4C-85D1-CF4B-0E47-DD52C0D1EC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05323" y="829967"/>
            <a:ext cx="4368473" cy="2686300"/>
          </a:xfrm>
        </p:spPr>
        <p:txBody>
          <a:bodyPr>
            <a:normAutofit fontScale="85000" lnSpcReduction="20000"/>
          </a:bodyPr>
          <a:lstStyle/>
          <a:p>
            <a:r>
              <a:rPr lang="pt-BR" dirty="0">
                <a:latin typeface="Biome Light"/>
                <a:cs typeface="Biome Light"/>
              </a:rPr>
              <a:t>Desenvolvimento e disponibilização de sites na web</a:t>
            </a:r>
          </a:p>
          <a:p>
            <a:endParaRPr lang="pt-BR" dirty="0">
              <a:latin typeface="Biome Light"/>
              <a:cs typeface="Biome Light"/>
            </a:endParaRPr>
          </a:p>
          <a:p>
            <a:pPr lvl="1"/>
            <a:r>
              <a:rPr lang="pt-BR" dirty="0">
                <a:latin typeface="Biome Light"/>
                <a:cs typeface="Biome Light"/>
              </a:rPr>
              <a:t>Ambiente de desenvolvimento</a:t>
            </a:r>
          </a:p>
          <a:p>
            <a:pPr lvl="1"/>
            <a:endParaRPr lang="pt-BR" dirty="0">
              <a:latin typeface="Biome Light"/>
              <a:cs typeface="Biome Light"/>
            </a:endParaRPr>
          </a:p>
          <a:p>
            <a:pPr lvl="1"/>
            <a:r>
              <a:rPr lang="pt-BR" dirty="0">
                <a:latin typeface="Biome Light"/>
                <a:cs typeface="Biome Light"/>
              </a:rPr>
              <a:t>IDE</a:t>
            </a:r>
          </a:p>
          <a:p>
            <a:pPr lvl="1"/>
            <a:endParaRPr lang="pt-BR" dirty="0">
              <a:latin typeface="Biome Light"/>
              <a:cs typeface="Biome Light"/>
            </a:endParaRPr>
          </a:p>
          <a:p>
            <a:pPr lvl="1"/>
            <a:r>
              <a:rPr lang="pt-BR" dirty="0">
                <a:latin typeface="Biome Light"/>
                <a:cs typeface="Biome Light"/>
              </a:rPr>
              <a:t>Registro de domínio </a:t>
            </a:r>
            <a:endParaRPr lang="pt-BR" dirty="0"/>
          </a:p>
          <a:p>
            <a:pPr lvl="2"/>
            <a:r>
              <a:rPr lang="pt-BR" dirty="0">
                <a:latin typeface="Biome Light"/>
                <a:cs typeface="Biome Light"/>
              </a:rPr>
              <a:t>ex.: </a:t>
            </a:r>
            <a:r>
              <a:rPr lang="pt-BR" dirty="0">
                <a:latin typeface="Biome Light"/>
                <a:cs typeface="Biome Light"/>
                <a:hlinkClick r:id="rId2"/>
              </a:rPr>
              <a:t>https://registro.br</a:t>
            </a:r>
          </a:p>
          <a:p>
            <a:pPr marL="1047750" lvl="2" indent="0">
              <a:buNone/>
            </a:pPr>
            <a:endParaRPr lang="pt-BR" dirty="0">
              <a:latin typeface="Biome Light"/>
              <a:cs typeface="Biome Light"/>
            </a:endParaRPr>
          </a:p>
          <a:p>
            <a:pPr lvl="1"/>
            <a:r>
              <a:rPr lang="pt-BR" dirty="0">
                <a:latin typeface="Biome Light"/>
                <a:cs typeface="Biome Light"/>
              </a:rPr>
              <a:t>Hospedagem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pic>
        <p:nvPicPr>
          <p:cNvPr id="4" name="Imagem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1FA2A088-012F-0684-BC18-5354A5AF2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58281"/>
            <a:ext cx="2743200" cy="144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1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Biome"/>
                <a:cs typeface="Biome"/>
              </a:rPr>
              <a:t>W3C</a:t>
            </a:r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Padrões: </a:t>
            </a:r>
            <a:r>
              <a:rPr lang="pt-BR" sz="1800" dirty="0">
                <a:latin typeface="Biome"/>
                <a:cs typeface="Biome"/>
                <a:hlinkClick r:id="rId2"/>
              </a:rPr>
              <a:t>http://www.w3c.br/Padroes</a:t>
            </a:r>
            <a:endParaRPr lang="pt-BR" sz="1800"/>
          </a:p>
          <a:p>
            <a:pPr lvl="1"/>
            <a:endParaRPr lang="pt-BR" sz="1800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Validação: </a:t>
            </a:r>
            <a:r>
              <a:rPr lang="pt-BR" sz="1800" dirty="0">
                <a:latin typeface="Biome"/>
                <a:cs typeface="Biome"/>
                <a:hlinkClick r:id="rId3"/>
              </a:rPr>
              <a:t>http://validator.w3.org</a:t>
            </a:r>
            <a:endParaRPr lang="pt-BR" sz="180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600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Biome"/>
                <a:cs typeface="Biome"/>
              </a:rPr>
              <a:t>Hypertext Markup </a:t>
            </a:r>
            <a:r>
              <a:rPr lang="pt-BR" dirty="0" err="1">
                <a:latin typeface="Biome"/>
                <a:cs typeface="Biome"/>
              </a:rPr>
              <a:t>Language</a:t>
            </a:r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HTML - Responsável pela estrutura das páginas</a:t>
            </a:r>
            <a:endParaRPr lang="pt-BR" sz="1800" dirty="0"/>
          </a:p>
          <a:p>
            <a:pPr lvl="1"/>
            <a:endParaRPr lang="pt-BR" sz="1800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XHTML -  Variante do HTML que usa a sintaxe XML</a:t>
            </a:r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6800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html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head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    &lt;!--cabeçalho, titulo,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metatags,css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...--&gt;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&lt;/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head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&lt;body&gt;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    &lt;!--corpo do documento.--&gt;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&lt;/body&gt;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&lt;/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html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br>
              <a:rPr lang="pt-BR" sz="1400" dirty="0"/>
            </a:br>
            <a:endParaRPr lang="pt-BR" sz="1400">
              <a:solidFill>
                <a:srgbClr val="1E1919"/>
              </a:solidFill>
            </a:endParaRPr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7453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pt-BR" dirty="0">
                <a:latin typeface="Biome"/>
                <a:cs typeface="Biome"/>
              </a:rPr>
              <a:t>DOCTYPE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Deve ser feita na primeira linha de marcação!</a:t>
            </a:r>
            <a:endParaRPr lang="pt-BR" sz="1800" dirty="0"/>
          </a:p>
          <a:p>
            <a:pPr lvl="1"/>
            <a:endParaRPr lang="pt-BR" sz="1800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Nem mesmo espaço em branco antes!</a:t>
            </a:r>
            <a:endParaRPr lang="pt-BR" sz="1800" dirty="0"/>
          </a:p>
          <a:p>
            <a:pPr lvl="1"/>
            <a:endParaRPr lang="pt-BR" sz="1800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12 tipos DOCTYPE para HTML e XHTML</a:t>
            </a:r>
            <a:endParaRPr lang="pt-BR" sz="1800" dirty="0"/>
          </a:p>
          <a:p>
            <a:pPr lvl="1"/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253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Biome"/>
                <a:cs typeface="Biome"/>
              </a:rPr>
              <a:t>DOCTYPE HTML5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800" dirty="0">
                <a:latin typeface="Biome"/>
                <a:cs typeface="Biome"/>
              </a:rPr>
              <a:t>&lt;!DOCTYPE </a:t>
            </a:r>
            <a:r>
              <a:rPr lang="pt-BR" sz="1800" dirty="0" err="1">
                <a:latin typeface="Biome"/>
                <a:cs typeface="Biome"/>
              </a:rPr>
              <a:t>html</a:t>
            </a:r>
            <a:r>
              <a:rPr lang="pt-BR" sz="1800" dirty="0">
                <a:latin typeface="Biome"/>
                <a:cs typeface="Biome"/>
              </a:rPr>
              <a:t>&gt;</a:t>
            </a:r>
            <a:endParaRPr lang="pt-BR" dirty="0"/>
          </a:p>
          <a:p>
            <a:pPr lvl="1"/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2476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&lt;!DOCTYPE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html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html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lang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pt-br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"&gt;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head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    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metacharset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="utf-8"&gt;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    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title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 Título da página &lt;/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title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    &lt;link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rel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stylesheet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"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href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css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/estilo.css"&gt;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&lt;/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head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&lt;body&gt;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    &lt;h1&gt;Página HTML5&lt;/h1&gt;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&lt;/body&gt;</a:t>
            </a:r>
            <a:endParaRPr lang="pt-BR" sz="1400" dirty="0">
              <a:solidFill>
                <a:srgbClr val="1E1919"/>
              </a:solidFill>
            </a:endParaRPr>
          </a:p>
          <a:p>
            <a:pPr marL="95250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&lt;/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html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br>
              <a:rPr lang="pt-BR" sz="1400" dirty="0"/>
            </a:br>
            <a:endParaRPr lang="pt-BR" sz="1400">
              <a:solidFill>
                <a:srgbClr val="1E1919"/>
              </a:solidFill>
            </a:endParaRPr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6775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latin typeface="Biome"/>
                <a:cs typeface="Biome"/>
              </a:rPr>
              <a:t>Elementos HTML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&lt;h1&gt;, &lt;h2&gt;, &lt;h3&gt;, &lt;h4&gt;...</a:t>
            </a:r>
            <a:endParaRPr lang="pt-BR" sz="1800" dirty="0"/>
          </a:p>
          <a:p>
            <a:pPr lvl="1"/>
            <a:r>
              <a:rPr lang="pt-BR" sz="1800" dirty="0">
                <a:latin typeface="Biome"/>
                <a:cs typeface="Biome"/>
              </a:rPr>
              <a:t>&lt;p&gt;</a:t>
            </a:r>
            <a:endParaRPr lang="pt-BR" sz="1800" dirty="0"/>
          </a:p>
          <a:p>
            <a:pPr lvl="1"/>
            <a:r>
              <a:rPr lang="pt-BR" sz="1800" dirty="0">
                <a:latin typeface="Biome"/>
                <a:cs typeface="Biome"/>
              </a:rPr>
              <a:t>&lt;a&gt;</a:t>
            </a:r>
            <a:endParaRPr lang="pt-BR" sz="1800" dirty="0"/>
          </a:p>
          <a:p>
            <a:pPr lvl="1"/>
            <a:r>
              <a:rPr lang="pt-BR" sz="1800" dirty="0">
                <a:latin typeface="Biome"/>
                <a:cs typeface="Biome"/>
              </a:rPr>
              <a:t>&lt;</a:t>
            </a:r>
            <a:r>
              <a:rPr lang="pt-BR" sz="1800" dirty="0" err="1">
                <a:latin typeface="Biome"/>
                <a:cs typeface="Biome"/>
              </a:rPr>
              <a:t>img</a:t>
            </a:r>
            <a:r>
              <a:rPr lang="pt-BR" sz="1800" dirty="0">
                <a:latin typeface="Biome"/>
                <a:cs typeface="Biome"/>
              </a:rPr>
              <a:t>&gt;</a:t>
            </a:r>
            <a:endParaRPr lang="pt-BR" sz="1800" dirty="0"/>
          </a:p>
          <a:p>
            <a:pPr lvl="1"/>
            <a:r>
              <a:rPr lang="pt-BR" sz="1800" dirty="0">
                <a:latin typeface="Biome"/>
                <a:cs typeface="Biome"/>
              </a:rPr>
              <a:t>&lt;</a:t>
            </a:r>
            <a:r>
              <a:rPr lang="pt-BR" sz="1800" dirty="0" err="1">
                <a:latin typeface="Biome"/>
                <a:cs typeface="Biome"/>
              </a:rPr>
              <a:t>div</a:t>
            </a:r>
            <a:r>
              <a:rPr lang="pt-BR" sz="1800" dirty="0">
                <a:latin typeface="Biome"/>
                <a:cs typeface="Biome"/>
              </a:rPr>
              <a:t>&gt;</a:t>
            </a:r>
            <a:endParaRPr lang="pt-BR" sz="1800" dirty="0"/>
          </a:p>
          <a:p>
            <a:pPr lvl="1"/>
            <a:r>
              <a:rPr lang="pt-BR" sz="1800" dirty="0">
                <a:latin typeface="Biome"/>
                <a:cs typeface="Biome"/>
              </a:rPr>
              <a:t>&lt;</a:t>
            </a:r>
            <a:r>
              <a:rPr lang="pt-BR" sz="1800" dirty="0" err="1">
                <a:latin typeface="Biome"/>
                <a:cs typeface="Biome"/>
              </a:rPr>
              <a:t>hr</a:t>
            </a:r>
            <a:r>
              <a:rPr lang="pt-BR" sz="1800" dirty="0">
                <a:latin typeface="Biome"/>
                <a:cs typeface="Biome"/>
              </a:rPr>
              <a:t>&gt;</a:t>
            </a:r>
            <a:endParaRPr lang="pt-BR" sz="1800" dirty="0"/>
          </a:p>
          <a:p>
            <a:pPr lvl="1"/>
            <a:r>
              <a:rPr lang="pt-BR" sz="1800" dirty="0">
                <a:latin typeface="Biome"/>
                <a:cs typeface="Biome"/>
              </a:rPr>
              <a:t>&lt;</a:t>
            </a:r>
            <a:r>
              <a:rPr lang="pt-BR" sz="1800" dirty="0" err="1">
                <a:latin typeface="Biome"/>
                <a:cs typeface="Biome"/>
              </a:rPr>
              <a:t>ul</a:t>
            </a:r>
            <a:r>
              <a:rPr lang="pt-BR" sz="1800" dirty="0">
                <a:latin typeface="Biome"/>
                <a:cs typeface="Biome"/>
              </a:rPr>
              <a:t>&gt; &lt;li&gt;</a:t>
            </a:r>
            <a:endParaRPr lang="pt-BR" sz="1800" dirty="0"/>
          </a:p>
          <a:p>
            <a:pPr lvl="1"/>
            <a:r>
              <a:rPr lang="pt-BR" sz="1800" dirty="0">
                <a:latin typeface="Biome"/>
                <a:cs typeface="Biome"/>
              </a:rPr>
              <a:t>&lt;</a:t>
            </a:r>
            <a:r>
              <a:rPr lang="pt-BR" sz="1800" dirty="0" err="1">
                <a:latin typeface="Biome"/>
                <a:cs typeface="Biome"/>
              </a:rPr>
              <a:t>ol</a:t>
            </a:r>
            <a:r>
              <a:rPr lang="pt-BR" sz="1800" dirty="0">
                <a:latin typeface="Biome"/>
                <a:cs typeface="Biome"/>
              </a:rPr>
              <a:t>&gt;</a:t>
            </a:r>
            <a:endParaRPr lang="pt-BR" sz="1800" dirty="0"/>
          </a:p>
          <a:p>
            <a:pPr lvl="1"/>
            <a:r>
              <a:rPr lang="pt-BR" sz="1800" dirty="0">
                <a:latin typeface="Biome"/>
                <a:cs typeface="Biome"/>
              </a:rPr>
              <a:t>&lt;</a:t>
            </a:r>
            <a:r>
              <a:rPr lang="pt-BR" sz="1800" dirty="0" err="1">
                <a:latin typeface="Biome"/>
                <a:cs typeface="Biome"/>
              </a:rPr>
              <a:t>span</a:t>
            </a:r>
            <a:r>
              <a:rPr lang="pt-BR" sz="1800" dirty="0">
                <a:latin typeface="Biome"/>
                <a:cs typeface="Biome"/>
              </a:rPr>
              <a:t>&gt;</a:t>
            </a:r>
            <a:endParaRPr lang="pt-BR" sz="1800" dirty="0"/>
          </a:p>
          <a:p>
            <a:pPr lvl="1"/>
            <a:r>
              <a:rPr lang="pt-BR" sz="1800" dirty="0">
                <a:latin typeface="Biome"/>
                <a:cs typeface="Biome"/>
              </a:rPr>
              <a:t>&lt;</a:t>
            </a:r>
            <a:r>
              <a:rPr lang="pt-BR" sz="1800" dirty="0" err="1">
                <a:latin typeface="Biome"/>
                <a:cs typeface="Biome"/>
              </a:rPr>
              <a:t>table</a:t>
            </a:r>
            <a:r>
              <a:rPr lang="pt-BR" sz="1800" dirty="0">
                <a:latin typeface="Biome"/>
                <a:cs typeface="Biome"/>
              </a:rPr>
              <a:t>&gt;</a:t>
            </a:r>
            <a:endParaRPr lang="pt-BR" sz="1800" dirty="0"/>
          </a:p>
          <a:p>
            <a:pPr lvl="1"/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0328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pt-BR" dirty="0">
                <a:latin typeface="Biome"/>
                <a:cs typeface="Biome"/>
              </a:rPr>
              <a:t>Elementos em Bloco e em Linha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Block</a:t>
            </a:r>
            <a:endParaRPr lang="pt-BR" sz="1800" dirty="0"/>
          </a:p>
          <a:p>
            <a:pPr lvl="2"/>
            <a:r>
              <a:rPr lang="pt-BR" sz="2200" dirty="0">
                <a:latin typeface="Biome"/>
                <a:cs typeface="Biome"/>
              </a:rPr>
              <a:t>Exemplos: </a:t>
            </a:r>
            <a:r>
              <a:rPr lang="pt-BR" sz="2200" dirty="0" err="1">
                <a:latin typeface="Biome"/>
                <a:cs typeface="Biome"/>
              </a:rPr>
              <a:t>div</a:t>
            </a:r>
            <a:r>
              <a:rPr lang="pt-BR" sz="2200" dirty="0">
                <a:latin typeface="Biome"/>
                <a:cs typeface="Biome"/>
              </a:rPr>
              <a:t>, h1, h2, h3, p...</a:t>
            </a:r>
            <a:endParaRPr lang="pt-BR" sz="2200" dirty="0"/>
          </a:p>
          <a:p>
            <a:pPr lvl="2">
              <a:buClr>
                <a:srgbClr val="000000"/>
              </a:buClr>
            </a:pPr>
            <a:endParaRPr lang="pt-BR" sz="2200" dirty="0">
              <a:latin typeface="Biome"/>
              <a:cs typeface="Biome"/>
            </a:endParaRPr>
          </a:p>
          <a:p>
            <a:pPr lvl="1"/>
            <a:r>
              <a:rPr lang="pt-BR" sz="1800" dirty="0" err="1">
                <a:latin typeface="Biome"/>
                <a:cs typeface="Biome"/>
              </a:rPr>
              <a:t>Inline</a:t>
            </a:r>
            <a:endParaRPr lang="pt-BR" sz="1800" dirty="0" err="1"/>
          </a:p>
          <a:p>
            <a:pPr lvl="2"/>
            <a:r>
              <a:rPr lang="pt-BR" sz="2200" dirty="0">
                <a:latin typeface="Biome"/>
                <a:cs typeface="Biome"/>
              </a:rPr>
              <a:t>Exemplos: a, </a:t>
            </a:r>
            <a:r>
              <a:rPr lang="pt-BR" sz="2200" err="1">
                <a:latin typeface="Biome"/>
                <a:cs typeface="Biome"/>
              </a:rPr>
              <a:t>span</a:t>
            </a:r>
            <a:r>
              <a:rPr lang="pt-BR" sz="2200" dirty="0">
                <a:latin typeface="Biome"/>
                <a:cs typeface="Biome"/>
              </a:rPr>
              <a:t>, </a:t>
            </a:r>
            <a:r>
              <a:rPr lang="pt-BR" sz="2200" err="1">
                <a:latin typeface="Biome"/>
                <a:cs typeface="Biome"/>
              </a:rPr>
              <a:t>img</a:t>
            </a:r>
            <a:r>
              <a:rPr lang="pt-BR" sz="2200" dirty="0">
                <a:latin typeface="Biome"/>
                <a:cs typeface="Biome"/>
              </a:rPr>
              <a:t>...</a:t>
            </a:r>
          </a:p>
          <a:p>
            <a:pPr lvl="2">
              <a:buClr>
                <a:srgbClr val="000000"/>
              </a:buClr>
            </a:pPr>
            <a:endParaRPr lang="pt-BR" sz="22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499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latin typeface="Biome"/>
                <a:cs typeface="Biome"/>
              </a:rPr>
              <a:t>Elementos H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Utilizados para marcar </a:t>
            </a:r>
            <a:r>
              <a:rPr lang="pt-BR" sz="1800" err="1">
                <a:latin typeface="Biome"/>
                <a:cs typeface="Biome"/>
              </a:rPr>
              <a:t>titulos</a:t>
            </a:r>
            <a:r>
              <a:rPr lang="pt-BR" sz="1800" dirty="0">
                <a:latin typeface="Biome"/>
                <a:cs typeface="Biome"/>
              </a:rPr>
              <a:t> e </a:t>
            </a:r>
            <a:r>
              <a:rPr lang="pt-BR" sz="1800" err="1">
                <a:latin typeface="Biome"/>
                <a:cs typeface="Biome"/>
              </a:rPr>
              <a:t>subtitulos</a:t>
            </a:r>
            <a:endParaRPr lang="pt-BR" sz="1800" err="1"/>
          </a:p>
          <a:p>
            <a:pPr lvl="1"/>
            <a:endParaRPr lang="pt-BR" sz="1800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É recomendável que se utilize apenas 1 &lt;h1&gt; na página</a:t>
            </a:r>
          </a:p>
          <a:p>
            <a:pPr lvl="1"/>
            <a:endParaRPr lang="pt-BR" sz="1800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Para os demais textos utilizar os elementos &lt;h2&gt;, &lt;h3&gt;... seguindo a ordem de importância</a:t>
            </a:r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1294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Biome"/>
                <a:cs typeface="Biome"/>
              </a:rPr>
              <a:t>Elementos &lt;p&gt;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Utilizados para a marcação de parágrafos</a:t>
            </a:r>
            <a:endParaRPr lang="pt-BR" sz="1800" dirty="0"/>
          </a:p>
          <a:p>
            <a:pPr marL="571500" lvl="1" indent="0">
              <a:buNone/>
            </a:pPr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4910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Biome"/>
                <a:cs typeface="Biome"/>
              </a:rPr>
              <a:t>Elementos &lt;a&gt;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Utilizados para criar links</a:t>
            </a:r>
            <a:endParaRPr lang="pt-BR" sz="1800" dirty="0"/>
          </a:p>
          <a:p>
            <a:pPr marL="571500" lvl="1" indent="0">
              <a:buNone/>
            </a:pPr>
            <a:r>
              <a:rPr lang="pt-BR" sz="1400" dirty="0">
                <a:latin typeface="Biome"/>
                <a:cs typeface="Biome"/>
              </a:rPr>
              <a:t>&lt;a </a:t>
            </a:r>
            <a:r>
              <a:rPr lang="pt-BR" sz="1400" err="1">
                <a:latin typeface="Biome"/>
                <a:cs typeface="Biome"/>
              </a:rPr>
              <a:t>href</a:t>
            </a:r>
            <a:r>
              <a:rPr lang="pt-BR" sz="1400" dirty="0">
                <a:latin typeface="Biome"/>
                <a:cs typeface="Biome"/>
              </a:rPr>
              <a:t>="</a:t>
            </a:r>
            <a:r>
              <a:rPr lang="pt-BR" sz="1400" u="sng" dirty="0">
                <a:solidFill>
                  <a:schemeClr val="accent1"/>
                </a:solidFill>
                <a:latin typeface="Biome"/>
                <a:cs typeface="Biome"/>
              </a:rPr>
              <a:t>http://outrosite.com.br</a:t>
            </a:r>
            <a:r>
              <a:rPr lang="pt-BR" sz="1400" dirty="0">
                <a:latin typeface="Biome"/>
                <a:cs typeface="Biome"/>
              </a:rPr>
              <a:t>"&gt;link&lt;/a&gt;</a:t>
            </a:r>
            <a:endParaRPr lang="pt-BR" sz="1400"/>
          </a:p>
          <a:p>
            <a:pPr marL="571500" lvl="1" indent="0">
              <a:buNone/>
            </a:pPr>
            <a:endParaRPr lang="pt-BR" sz="1400" dirty="0"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400" dirty="0">
                <a:latin typeface="Biome"/>
                <a:cs typeface="Biome"/>
              </a:rPr>
              <a:t>&lt;a </a:t>
            </a:r>
            <a:r>
              <a:rPr lang="pt-BR" sz="1400" dirty="0" err="1">
                <a:latin typeface="Biome"/>
                <a:cs typeface="Biome"/>
              </a:rPr>
              <a:t>href</a:t>
            </a:r>
            <a:r>
              <a:rPr lang="pt-BR" sz="1400" dirty="0">
                <a:latin typeface="Biome"/>
                <a:cs typeface="Biome"/>
              </a:rPr>
              <a:t>="</a:t>
            </a:r>
            <a:r>
              <a:rPr lang="pt-BR" sz="1400" u="sng" dirty="0" err="1">
                <a:solidFill>
                  <a:schemeClr val="accent1"/>
                </a:solidFill>
                <a:latin typeface="Biome"/>
                <a:cs typeface="Biome"/>
              </a:rPr>
              <a:t>mailto:email@email.com</a:t>
            </a:r>
            <a:r>
              <a:rPr lang="pt-BR" sz="1400" dirty="0">
                <a:latin typeface="Biome"/>
                <a:cs typeface="Biome"/>
              </a:rPr>
              <a:t>"&gt;e-mail&lt;/a&gt;</a:t>
            </a:r>
            <a:endParaRPr lang="pt-BR" dirty="0"/>
          </a:p>
          <a:p>
            <a:pPr marL="571500" lvl="1" indent="0">
              <a:buNone/>
            </a:pPr>
            <a:endParaRPr lang="pt-BR" sz="1400" dirty="0"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400" dirty="0">
                <a:latin typeface="Biome"/>
                <a:cs typeface="Biome"/>
              </a:rPr>
              <a:t>&lt;a </a:t>
            </a:r>
            <a:r>
              <a:rPr lang="pt-BR" sz="1400" err="1">
                <a:latin typeface="Biome"/>
                <a:cs typeface="Biome"/>
              </a:rPr>
              <a:t>href</a:t>
            </a:r>
            <a:r>
              <a:rPr lang="pt-BR" sz="1400" dirty="0">
                <a:latin typeface="Biome"/>
                <a:cs typeface="Biome"/>
              </a:rPr>
              <a:t>="pagina2.php"&gt;Página 2&lt;/a&gt;</a:t>
            </a:r>
          </a:p>
          <a:p>
            <a:pPr marL="571500" lvl="1" indent="0">
              <a:buNone/>
            </a:pPr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1007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latin typeface="Biome"/>
                <a:cs typeface="Biome"/>
              </a:rPr>
              <a:t>Parâmetros do elemento &lt;a&gt;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Target: Alvo(onde o link será aberto)</a:t>
            </a:r>
            <a:endParaRPr lang="pt-BR" sz="1800" dirty="0"/>
          </a:p>
          <a:p>
            <a:pPr lvl="1"/>
            <a:endParaRPr lang="pt-BR" sz="1800" dirty="0"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800" dirty="0">
                <a:latin typeface="Biome"/>
                <a:cs typeface="Biome"/>
              </a:rPr>
              <a:t>target="_</a:t>
            </a:r>
            <a:r>
              <a:rPr lang="pt-BR" sz="1800" dirty="0" err="1">
                <a:latin typeface="Biome"/>
                <a:cs typeface="Biome"/>
              </a:rPr>
              <a:t>blank</a:t>
            </a:r>
            <a:r>
              <a:rPr lang="pt-BR" sz="1800" dirty="0">
                <a:latin typeface="Biome"/>
                <a:cs typeface="Biome"/>
              </a:rPr>
              <a:t>" -&gt; em uma nova janela</a:t>
            </a:r>
            <a:endParaRPr lang="pt-BR" sz="1800" dirty="0"/>
          </a:p>
          <a:p>
            <a:pPr marL="571500" lvl="1" indent="0">
              <a:buNone/>
            </a:pPr>
            <a:endParaRPr lang="pt-BR" sz="1800" dirty="0"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800" dirty="0">
                <a:latin typeface="Biome"/>
                <a:cs typeface="Biome"/>
              </a:rPr>
              <a:t>target="_</a:t>
            </a:r>
            <a:r>
              <a:rPr lang="pt-BR" sz="1800" dirty="0" err="1">
                <a:latin typeface="Biome"/>
                <a:cs typeface="Biome"/>
              </a:rPr>
              <a:t>parent</a:t>
            </a:r>
            <a:r>
              <a:rPr lang="pt-BR" sz="1800" dirty="0">
                <a:latin typeface="Biome"/>
                <a:cs typeface="Biome"/>
              </a:rPr>
              <a:t>" -&gt; dentro do frame mestre</a:t>
            </a:r>
            <a:endParaRPr lang="pt-BR" sz="1800"/>
          </a:p>
          <a:p>
            <a:pPr marL="571500" lvl="1" indent="0">
              <a:buNone/>
            </a:pPr>
            <a:endParaRPr lang="pt-BR" sz="1800" dirty="0"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800" dirty="0">
                <a:latin typeface="Biome"/>
                <a:cs typeface="Biome"/>
              </a:rPr>
              <a:t>target="_self" -&gt; na mesma </a:t>
            </a:r>
            <a:r>
              <a:rPr lang="pt-BR" sz="1800" dirty="0">
                <a:solidFill>
                  <a:srgbClr val="000000"/>
                </a:solidFill>
                <a:latin typeface="Biome"/>
                <a:cs typeface="Biome"/>
              </a:rPr>
              <a:t>página(padrão)</a:t>
            </a:r>
            <a:endParaRPr lang="pt-BR" sz="1800">
              <a:solidFill>
                <a:srgbClr val="000000"/>
              </a:solidFill>
            </a:endParaRPr>
          </a:p>
          <a:p>
            <a:pPr marL="571500" lvl="1" indent="0">
              <a:buNone/>
            </a:pPr>
            <a:endParaRPr lang="pt-BR" sz="1800" dirty="0">
              <a:solidFill>
                <a:srgbClr val="000000"/>
              </a:solidFill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800" dirty="0">
                <a:solidFill>
                  <a:srgbClr val="000000"/>
                </a:solidFill>
                <a:latin typeface="Biome"/>
                <a:cs typeface="Biome"/>
              </a:rPr>
              <a:t>target="_</a:t>
            </a:r>
            <a:r>
              <a:rPr lang="pt-BR" sz="1800" dirty="0">
                <a:latin typeface="Biome"/>
                <a:cs typeface="Biome"/>
              </a:rPr>
              <a:t>top" -&gt; carrega em toda a janela, eliminando frames</a:t>
            </a:r>
            <a:endParaRPr lang="pt-BR" sz="1800"/>
          </a:p>
          <a:p>
            <a:pPr marL="571500" lvl="1" indent="0">
              <a:buNone/>
            </a:pPr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4806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 err="1">
                <a:latin typeface="Biome"/>
                <a:cs typeface="Biome"/>
              </a:rPr>
              <a:t>rel</a:t>
            </a:r>
            <a:r>
              <a:rPr lang="pt-BR" dirty="0">
                <a:latin typeface="Biome"/>
                <a:cs typeface="Biome"/>
              </a:rPr>
              <a:t>="</a:t>
            </a:r>
            <a:r>
              <a:rPr lang="pt-BR" dirty="0" err="1">
                <a:latin typeface="Biome"/>
                <a:cs typeface="Biome"/>
              </a:rPr>
              <a:t>nofollow</a:t>
            </a:r>
            <a:r>
              <a:rPr lang="pt-BR" dirty="0">
                <a:latin typeface="Biome"/>
                <a:cs typeface="Biome"/>
              </a:rPr>
              <a:t>"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Utilizado para indicar que o link não deve ser seguido por motores </a:t>
            </a:r>
            <a:r>
              <a:rPr lang="pt-BR" sz="1800" dirty="0">
                <a:solidFill>
                  <a:srgbClr val="000000"/>
                </a:solidFill>
                <a:latin typeface="Biome"/>
                <a:cs typeface="Biome"/>
              </a:rPr>
              <a:t>de busca</a:t>
            </a:r>
            <a:endParaRPr lang="pt-BR" sz="1800" dirty="0">
              <a:solidFill>
                <a:srgbClr val="000000"/>
              </a:solidFill>
            </a:endParaRPr>
          </a:p>
          <a:p>
            <a:pPr lvl="1"/>
            <a:endParaRPr lang="pt-BR" sz="1800" dirty="0">
              <a:solidFill>
                <a:srgbClr val="000000"/>
              </a:solidFill>
              <a:latin typeface="Biome"/>
              <a:cs typeface="Biome"/>
            </a:endParaRPr>
          </a:p>
          <a:p>
            <a:pPr lvl="1"/>
            <a:r>
              <a:rPr lang="pt-BR" sz="1800" dirty="0">
                <a:solidFill>
                  <a:srgbClr val="000000"/>
                </a:solidFill>
                <a:latin typeface="Biome"/>
                <a:cs typeface="Biome"/>
              </a:rPr>
              <a:t>Indicado para links externos</a:t>
            </a:r>
            <a:r>
              <a:rPr lang="pt-BR" sz="1800" dirty="0">
                <a:latin typeface="Biome"/>
                <a:cs typeface="Biome"/>
              </a:rPr>
              <a:t> que não sejam referentes ao assunto da página atual</a:t>
            </a:r>
            <a:endParaRPr lang="pt-BR" sz="1800" dirty="0"/>
          </a:p>
          <a:p>
            <a:pPr marL="571500" lvl="1" indent="0">
              <a:buNone/>
            </a:pPr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3176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>
                <a:latin typeface="Biome"/>
                <a:cs typeface="Biome"/>
              </a:rPr>
              <a:t>Elemento &lt;</a:t>
            </a:r>
            <a:r>
              <a:rPr lang="pt-BR" dirty="0" err="1">
                <a:latin typeface="Biome"/>
                <a:cs typeface="Biome"/>
              </a:rPr>
              <a:t>img</a:t>
            </a:r>
            <a:r>
              <a:rPr lang="pt-BR" dirty="0">
                <a:latin typeface="Biome"/>
                <a:cs typeface="Biome"/>
              </a:rPr>
              <a:t>&gt;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Utilizado para marcação </a:t>
            </a:r>
            <a:r>
              <a:rPr lang="pt-BR" sz="1800" dirty="0">
                <a:solidFill>
                  <a:srgbClr val="000000"/>
                </a:solidFill>
                <a:latin typeface="Biome"/>
                <a:cs typeface="Biome"/>
              </a:rPr>
              <a:t>de imagens</a:t>
            </a:r>
            <a:endParaRPr lang="pt-BR" sz="1800" dirty="0">
              <a:solidFill>
                <a:srgbClr val="000000"/>
              </a:solidFill>
            </a:endParaRPr>
          </a:p>
          <a:p>
            <a:pPr lvl="1"/>
            <a:endParaRPr lang="pt-BR" sz="1800" dirty="0">
              <a:solidFill>
                <a:srgbClr val="000000"/>
              </a:solidFill>
              <a:latin typeface="Biome"/>
              <a:cs typeface="Biome"/>
            </a:endParaRPr>
          </a:p>
          <a:p>
            <a:pPr lvl="1"/>
            <a:r>
              <a:rPr lang="pt-BR" sz="1800" dirty="0">
                <a:solidFill>
                  <a:srgbClr val="000000"/>
                </a:solidFill>
                <a:latin typeface="Biome"/>
                <a:cs typeface="Biome"/>
              </a:rPr>
              <a:t>Tem como obrigatório os atributos abaixo: </a:t>
            </a:r>
            <a:endParaRPr lang="pt-BR" sz="1800">
              <a:solidFill>
                <a:srgbClr val="000000"/>
              </a:solidFill>
            </a:endParaRPr>
          </a:p>
          <a:p>
            <a:pPr lvl="1"/>
            <a:endParaRPr lang="pt-BR" sz="1800" dirty="0">
              <a:solidFill>
                <a:srgbClr val="000000"/>
              </a:solidFill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800" dirty="0" err="1">
                <a:solidFill>
                  <a:srgbClr val="000000"/>
                </a:solidFill>
                <a:latin typeface="Biome"/>
                <a:cs typeface="Biome"/>
              </a:rPr>
              <a:t>src</a:t>
            </a:r>
            <a:r>
              <a:rPr lang="pt-BR" sz="1800" dirty="0">
                <a:solidFill>
                  <a:srgbClr val="000000"/>
                </a:solidFill>
                <a:latin typeface="Biome"/>
                <a:cs typeface="Biome"/>
              </a:rPr>
              <a:t>="</a:t>
            </a:r>
            <a:r>
              <a:rPr lang="pt-BR" sz="1800" dirty="0">
                <a:latin typeface="Biome"/>
                <a:cs typeface="Biome"/>
              </a:rPr>
              <a:t>caminho-da-imagem.jpg" </a:t>
            </a:r>
            <a:endParaRPr lang="pt-BR" sz="1800" dirty="0"/>
          </a:p>
          <a:p>
            <a:pPr marL="571500" lvl="1" indent="0">
              <a:buNone/>
            </a:pPr>
            <a:endParaRPr lang="pt-BR" sz="1800" dirty="0"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800" dirty="0" err="1">
                <a:latin typeface="Biome"/>
                <a:cs typeface="Biome"/>
              </a:rPr>
              <a:t>alt</a:t>
            </a:r>
            <a:r>
              <a:rPr lang="pt-BR" sz="1800" dirty="0">
                <a:latin typeface="Biome"/>
                <a:cs typeface="Biome"/>
              </a:rPr>
              <a:t>="Texto alternativo </a:t>
            </a:r>
            <a:r>
              <a:rPr lang="pt-BR" sz="1800" dirty="0">
                <a:solidFill>
                  <a:srgbClr val="000000"/>
                </a:solidFill>
                <a:latin typeface="Biome"/>
                <a:cs typeface="Biome"/>
              </a:rPr>
              <a:t>para </a:t>
            </a:r>
            <a:r>
              <a:rPr lang="pt-BR" sz="1800" dirty="0">
                <a:latin typeface="Biome"/>
                <a:cs typeface="Biome"/>
              </a:rPr>
              <a:t>imagem"</a:t>
            </a:r>
            <a:endParaRPr lang="pt-BR" sz="1800" dirty="0"/>
          </a:p>
          <a:p>
            <a:pPr marL="571500" lvl="1" indent="0">
              <a:buNone/>
            </a:pPr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5618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Biome"/>
                <a:cs typeface="Biome"/>
              </a:rPr>
              <a:t>Elemento &lt;</a:t>
            </a:r>
            <a:r>
              <a:rPr lang="pt-BR" dirty="0" err="1">
                <a:latin typeface="Biome"/>
                <a:cs typeface="Biome"/>
              </a:rPr>
              <a:t>div</a:t>
            </a:r>
            <a:r>
              <a:rPr lang="pt-BR" dirty="0">
                <a:latin typeface="Biome"/>
                <a:cs typeface="Biome"/>
              </a:rPr>
              <a:t>&gt;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Elemento para criar e agrupar blocos</a:t>
            </a:r>
            <a:r>
              <a:rPr lang="pt-BR" sz="1800" dirty="0">
                <a:solidFill>
                  <a:srgbClr val="000000"/>
                </a:solidFill>
                <a:latin typeface="Biome"/>
                <a:cs typeface="Biome"/>
              </a:rPr>
              <a:t> </a:t>
            </a:r>
            <a:r>
              <a:rPr lang="pt-BR" sz="1800" dirty="0">
                <a:latin typeface="Biome"/>
                <a:cs typeface="Biome"/>
              </a:rPr>
              <a:t>de conteúdo.</a:t>
            </a:r>
            <a:endParaRPr lang="pt-BR" sz="1800" dirty="0"/>
          </a:p>
          <a:p>
            <a:pPr marL="571500" lvl="1" indent="0">
              <a:buNone/>
            </a:pPr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3674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Biome"/>
                <a:cs typeface="Biome"/>
              </a:rPr>
              <a:t>Elemento &lt;</a:t>
            </a:r>
            <a:r>
              <a:rPr lang="pt-BR" dirty="0" err="1">
                <a:latin typeface="Biome"/>
                <a:cs typeface="Biome"/>
              </a:rPr>
              <a:t>hr</a:t>
            </a:r>
            <a:r>
              <a:rPr lang="pt-BR" dirty="0">
                <a:latin typeface="Biome"/>
                <a:cs typeface="Biome"/>
              </a:rPr>
              <a:t>&gt;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latin typeface="Biome"/>
                <a:cs typeface="Biome"/>
              </a:rPr>
              <a:t>Cria uma linha horizontal na página</a:t>
            </a:r>
            <a:endParaRPr lang="pt-BR" sz="1800" dirty="0"/>
          </a:p>
          <a:p>
            <a:pPr marL="571500" lvl="1" indent="0">
              <a:buNone/>
            </a:pPr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4664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Biome"/>
                <a:cs typeface="Biome"/>
              </a:rPr>
              <a:t>Listas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lvl="1"/>
            <a:r>
              <a:rPr lang="pt-BR" sz="18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800" dirty="0" err="1">
                <a:solidFill>
                  <a:srgbClr val="1E1919"/>
                </a:solidFill>
                <a:latin typeface="Biome"/>
                <a:cs typeface="Biome"/>
              </a:rPr>
              <a:t>ol</a:t>
            </a:r>
            <a:r>
              <a:rPr lang="pt-BR" sz="1800" dirty="0">
                <a:solidFill>
                  <a:srgbClr val="1E1919"/>
                </a:solidFill>
                <a:latin typeface="Biome"/>
                <a:cs typeface="Biome"/>
              </a:rPr>
              <a:t>&gt; Lista ordenada</a:t>
            </a:r>
            <a:endParaRPr lang="pt-BR" sz="1800" dirty="0"/>
          </a:p>
          <a:p>
            <a:pPr lvl="1"/>
            <a:endParaRPr lang="pt-BR" sz="1400" dirty="0">
              <a:solidFill>
                <a:srgbClr val="1E1919"/>
              </a:solidFill>
            </a:endParaRPr>
          </a:p>
          <a:p>
            <a:pPr lvl="1"/>
            <a:r>
              <a:rPr lang="pt-BR" sz="18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800" dirty="0" err="1">
                <a:solidFill>
                  <a:srgbClr val="1E1919"/>
                </a:solidFill>
                <a:latin typeface="Biome"/>
                <a:cs typeface="Biome"/>
              </a:rPr>
              <a:t>ul</a:t>
            </a:r>
            <a:r>
              <a:rPr lang="pt-BR" sz="1800" dirty="0">
                <a:solidFill>
                  <a:srgbClr val="1E1919"/>
                </a:solidFill>
                <a:latin typeface="Biome"/>
                <a:cs typeface="Biome"/>
              </a:rPr>
              <a:t>&gt; lista não ordenada</a:t>
            </a:r>
            <a:endParaRPr lang="pt-BR" sz="1400" dirty="0">
              <a:solidFill>
                <a:srgbClr val="1E1919"/>
              </a:solidFill>
            </a:endParaRPr>
          </a:p>
          <a:p>
            <a:pPr lvl="1"/>
            <a:endParaRPr lang="pt-BR" sz="1800" dirty="0">
              <a:solidFill>
                <a:srgbClr val="1E1919"/>
              </a:solidFill>
            </a:endParaRPr>
          </a:p>
          <a:p>
            <a:pPr lvl="1"/>
            <a:r>
              <a:rPr lang="pt-BR" sz="1800" dirty="0">
                <a:solidFill>
                  <a:srgbClr val="1E1919"/>
                </a:solidFill>
                <a:latin typeface="Biome"/>
                <a:cs typeface="Biome"/>
              </a:rPr>
              <a:t>&lt;li&gt; conteúdo da lista</a:t>
            </a:r>
            <a:endParaRPr lang="pt-BR" sz="1800" dirty="0">
              <a:solidFill>
                <a:srgbClr val="1E1919"/>
              </a:solidFill>
            </a:endParaRPr>
          </a:p>
          <a:p>
            <a:pPr marL="571500" lvl="1" indent="0">
              <a:buNone/>
            </a:pPr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792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>
                <a:latin typeface="Biome"/>
                <a:cs typeface="Biome"/>
              </a:rPr>
              <a:t>Formulários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form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action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arquivo.php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"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method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="post"&gt;</a:t>
            </a:r>
            <a:endParaRPr lang="pt-BR" dirty="0">
              <a:solidFill>
                <a:srgbClr val="000000"/>
              </a:solidFill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fieldset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dirty="0">
              <a:solidFill>
                <a:srgbClr val="000000"/>
              </a:solidFill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  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label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 for="nome"&gt;Nome:&lt;/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label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dirty="0">
              <a:solidFill>
                <a:srgbClr val="000000"/>
              </a:solidFill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  &lt;input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type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text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" id="nome"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name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="nome" /&gt;                      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label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 for="senha"&gt;Senha:&lt;/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label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dirty="0">
              <a:solidFill>
                <a:srgbClr val="000000"/>
              </a:solidFill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  &lt;input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type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password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" id="senha"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name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="senha" /&gt;</a:t>
            </a:r>
            <a:endParaRPr lang="pt-BR" dirty="0">
              <a:solidFill>
                <a:srgbClr val="000000"/>
              </a:solidFill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  &lt;input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type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submit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"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name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="enviar"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value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="enviar"/&gt;</a:t>
            </a:r>
            <a:endParaRPr lang="pt-BR" dirty="0">
              <a:solidFill>
                <a:srgbClr val="000000"/>
              </a:solidFill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fieldset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dirty="0">
              <a:solidFill>
                <a:srgbClr val="000000"/>
              </a:solidFill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&lt;/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form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dirty="0">
              <a:latin typeface="Biome"/>
              <a:cs typeface="Biome"/>
            </a:endParaRPr>
          </a:p>
          <a:p>
            <a:pPr marL="571500" lvl="1" indent="0">
              <a:buNone/>
            </a:pPr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674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Biome"/>
                <a:cs typeface="Biome"/>
              </a:rPr>
              <a:t>Formulários</a:t>
            </a:r>
            <a:endParaRPr lang="pt-BR" dirty="0"/>
          </a:p>
          <a:p>
            <a:pPr lvl="1"/>
            <a:endParaRPr lang="pt-BR" dirty="0"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select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name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="pais"&gt; </a:t>
            </a:r>
            <a:endParaRPr lang="pt-BR" dirty="0">
              <a:solidFill>
                <a:srgbClr val="000000"/>
              </a:solidFill>
            </a:endParaRPr>
          </a:p>
          <a:p>
            <a:pPr marL="571500" lvl="1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    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optionvalue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=“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br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”&gt;Brasil&lt;/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option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>
              <a:solidFill>
                <a:srgbClr val="000000"/>
              </a:solidFill>
            </a:endParaRPr>
          </a:p>
          <a:p>
            <a:pPr marL="571500" lvl="1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&lt;/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select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 dirty="0">
              <a:solidFill>
                <a:srgbClr val="000000"/>
              </a:solidFill>
            </a:endParaRPr>
          </a:p>
          <a:p>
            <a:pPr marL="571500" lvl="1" indent="0">
              <a:buNone/>
            </a:pPr>
            <a:endParaRPr lang="pt-BR" sz="1400" dirty="0">
              <a:solidFill>
                <a:srgbClr val="1E1919"/>
              </a:solidFill>
              <a:latin typeface="Biome"/>
              <a:cs typeface="Biome"/>
            </a:endParaRPr>
          </a:p>
          <a:p>
            <a:pPr marL="571500" lvl="1" indent="0">
              <a:buNone/>
            </a:pP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textarea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name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="texto"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cols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="50"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rows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="3"&gt; &lt;/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textarea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</a:t>
            </a:r>
            <a:endParaRPr lang="pt-BR"/>
          </a:p>
          <a:p>
            <a:pPr marL="571500" lvl="1" indent="0">
              <a:buNone/>
            </a:pPr>
            <a:endParaRPr lang="pt-BR" sz="1800" dirty="0"/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4138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1153C7-D5A4-0C5A-7D15-6912941A4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latin typeface="Biome"/>
                <a:cs typeface="Biome"/>
              </a:rPr>
              <a:t>Tabelas</a:t>
            </a:r>
            <a:endParaRPr lang="pt-BR" dirty="0"/>
          </a:p>
          <a:p>
            <a:endParaRPr lang="pt-BR" dirty="0">
              <a:solidFill>
                <a:srgbClr val="000000"/>
              </a:solidFill>
              <a:latin typeface="Biome"/>
              <a:cs typeface="Biome"/>
            </a:endParaRPr>
          </a:p>
          <a:p>
            <a:pPr lvl="1"/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thead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 marca o cabeçalho de uma tabela</a:t>
            </a:r>
            <a:endParaRPr lang="pt-BR" dirty="0">
              <a:solidFill>
                <a:srgbClr val="000000"/>
              </a:solidFill>
              <a:latin typeface="Biome"/>
              <a:cs typeface="Biome"/>
            </a:endParaRPr>
          </a:p>
          <a:p>
            <a:pPr lvl="1"/>
            <a:endParaRPr lang="pt-BR" sz="1400" dirty="0">
              <a:solidFill>
                <a:srgbClr val="1E1919"/>
              </a:solidFill>
              <a:latin typeface="Biome"/>
              <a:cs typeface="Biome"/>
            </a:endParaRPr>
          </a:p>
          <a:p>
            <a:pPr lvl="1"/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tfoot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 marca o rodapé da tabela</a:t>
            </a:r>
            <a:endParaRPr lang="pt-BR">
              <a:solidFill>
                <a:srgbClr val="000000"/>
              </a:solidFill>
              <a:latin typeface="Biome"/>
              <a:cs typeface="Biome"/>
            </a:endParaRPr>
          </a:p>
          <a:p>
            <a:pPr lvl="1"/>
            <a:endParaRPr lang="pt-BR" sz="1400" dirty="0">
              <a:solidFill>
                <a:srgbClr val="1E1919"/>
              </a:solidFill>
              <a:latin typeface="Biome"/>
              <a:cs typeface="Biome"/>
            </a:endParaRPr>
          </a:p>
          <a:p>
            <a:pPr lvl="1"/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tbody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 marca 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oconteudoda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 tabela</a:t>
            </a:r>
            <a:endParaRPr lang="pt-BR" dirty="0">
              <a:solidFill>
                <a:srgbClr val="000000"/>
              </a:solidFill>
              <a:latin typeface="Biome"/>
              <a:cs typeface="Biome"/>
            </a:endParaRPr>
          </a:p>
          <a:p>
            <a:pPr lvl="1"/>
            <a:endParaRPr lang="pt-BR" sz="1400" dirty="0">
              <a:solidFill>
                <a:srgbClr val="1E1919"/>
              </a:solidFill>
              <a:latin typeface="Biome"/>
              <a:cs typeface="Biome"/>
            </a:endParaRPr>
          </a:p>
          <a:p>
            <a:pPr lvl="1"/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tr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 marcação de linhas da tabela</a:t>
            </a:r>
            <a:endParaRPr lang="pt-BR" dirty="0">
              <a:solidFill>
                <a:srgbClr val="000000"/>
              </a:solidFill>
              <a:latin typeface="Biome"/>
              <a:cs typeface="Biome"/>
            </a:endParaRPr>
          </a:p>
          <a:p>
            <a:pPr lvl="1"/>
            <a:endParaRPr lang="pt-BR" sz="1400" dirty="0">
              <a:solidFill>
                <a:srgbClr val="1E1919"/>
              </a:solidFill>
              <a:latin typeface="Biome"/>
              <a:cs typeface="Biome"/>
            </a:endParaRPr>
          </a:p>
          <a:p>
            <a:pPr lvl="1"/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th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 marcação de campo de cabeçalho</a:t>
            </a:r>
            <a:endParaRPr lang="pt-BR" dirty="0">
              <a:solidFill>
                <a:srgbClr val="000000"/>
              </a:solidFill>
              <a:latin typeface="Biome"/>
              <a:cs typeface="Biome"/>
            </a:endParaRPr>
          </a:p>
          <a:p>
            <a:pPr lvl="1"/>
            <a:endParaRPr lang="pt-BR" sz="1400" dirty="0">
              <a:solidFill>
                <a:srgbClr val="1E1919"/>
              </a:solidFill>
              <a:latin typeface="Biome"/>
              <a:cs typeface="Biome"/>
            </a:endParaRPr>
          </a:p>
          <a:p>
            <a:pPr lvl="1"/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&lt;</a:t>
            </a:r>
            <a:r>
              <a:rPr lang="pt-BR" sz="1400" dirty="0" err="1">
                <a:solidFill>
                  <a:srgbClr val="1E1919"/>
                </a:solidFill>
                <a:latin typeface="Biome"/>
                <a:cs typeface="Biome"/>
              </a:rPr>
              <a:t>td</a:t>
            </a:r>
            <a:r>
              <a:rPr lang="pt-BR" sz="1400" dirty="0">
                <a:solidFill>
                  <a:srgbClr val="1E1919"/>
                </a:solidFill>
                <a:latin typeface="Biome"/>
                <a:cs typeface="Biome"/>
              </a:rPr>
              <a:t>&gt; marcação de campo da tabela</a:t>
            </a:r>
            <a:endParaRPr lang="pt-BR">
              <a:latin typeface="Biome"/>
              <a:cs typeface="Biome"/>
            </a:endParaRPr>
          </a:p>
          <a:p>
            <a:pPr marL="571500" lvl="1" indent="0">
              <a:buNone/>
            </a:pPr>
            <a:endParaRPr lang="pt-BR" sz="1800" dirty="0">
              <a:solidFill>
                <a:srgbClr val="000000"/>
              </a:solidFill>
            </a:endParaRPr>
          </a:p>
          <a:p>
            <a:pPr lvl="1"/>
            <a:endParaRPr lang="pt-BR" dirty="0"/>
          </a:p>
          <a:p>
            <a:pPr lvl="1">
              <a:lnSpc>
                <a:spcPct val="7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4073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fb012f-2087-40ab-b7b6-f20bd2ee1f09" xsi:nil="true"/>
    <lcf76f155ced4ddcb4097134ff3c332f xmlns="57ed2b39-9478-47a4-85b4-5cc817b5812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A3AC758B557104FBBD3F9E29FE11014" ma:contentTypeVersion="8" ma:contentTypeDescription="Crie um novo documento." ma:contentTypeScope="" ma:versionID="d4b531299aba764f49cd6788fec6648f">
  <xsd:schema xmlns:xsd="http://www.w3.org/2001/XMLSchema" xmlns:xs="http://www.w3.org/2001/XMLSchema" xmlns:p="http://schemas.microsoft.com/office/2006/metadata/properties" xmlns:ns2="57ed2b39-9478-47a4-85b4-5cc817b58121" xmlns:ns3="cafb012f-2087-40ab-b7b6-f20bd2ee1f09" targetNamespace="http://schemas.microsoft.com/office/2006/metadata/properties" ma:root="true" ma:fieldsID="828573594538d8ce4e3ac622b0d931a0" ns2:_="" ns3:_="">
    <xsd:import namespace="57ed2b39-9478-47a4-85b4-5cc817b58121"/>
    <xsd:import namespace="cafb012f-2087-40ab-b7b6-f20bd2ee1f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ed2b39-9478-47a4-85b4-5cc817b581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d8764865-d232-445b-9849-b77c4e8939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fb012f-2087-40ab-b7b6-f20bd2ee1f0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1ba5fac-6e8e-47e8-a672-564329ad265d}" ma:internalName="TaxCatchAll" ma:showField="CatchAllData" ma:web="cafb012f-2087-40ab-b7b6-f20bd2ee1f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C50BCF-776E-41A7-B214-F292C52484F0}">
  <ds:schemaRefs>
    <ds:schemaRef ds:uri="http://schemas.microsoft.com/office/2006/metadata/properties"/>
    <ds:schemaRef ds:uri="http://schemas.microsoft.com/office/infopath/2007/PartnerControls"/>
    <ds:schemaRef ds:uri="cafb012f-2087-40ab-b7b6-f20bd2ee1f09"/>
    <ds:schemaRef ds:uri="57ed2b39-9478-47a4-85b4-5cc817b58121"/>
  </ds:schemaRefs>
</ds:datastoreItem>
</file>

<file path=customXml/itemProps2.xml><?xml version="1.0" encoding="utf-8"?>
<ds:datastoreItem xmlns:ds="http://schemas.openxmlformats.org/officeDocument/2006/customXml" ds:itemID="{278E4982-1E02-472C-8C46-4ABBDC62B4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2129FF-4946-459F-B03C-9D629440CD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ed2b39-9478-47a4-85b4-5cc817b58121"/>
    <ds:schemaRef ds:uri="cafb012f-2087-40ab-b7b6-f20bd2ee1f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Office PowerPoint</Application>
  <PresentationFormat>Apresentação na tela (16:9)</PresentationFormat>
  <Paragraphs>0</Paragraphs>
  <Slides>28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29" baseType="lpstr">
      <vt:lpstr>Tema do Office</vt:lpstr>
      <vt:lpstr>Apresentação do PowerPoint</vt:lpstr>
      <vt:lpstr>Programação Front-end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Giusti da Silva</dc:creator>
  <cp:lastModifiedBy>ANDRÉ FOGAROLI</cp:lastModifiedBy>
  <cp:revision>449</cp:revision>
  <dcterms:created xsi:type="dcterms:W3CDTF">2022-10-20T14:56:15Z</dcterms:created>
  <dcterms:modified xsi:type="dcterms:W3CDTF">2023-05-16T21:01:01Z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0x0101002A3AC758B557104FBBD3F9E29FE11014</vt:lpwstr>
  </property>
</Properties>
</file>